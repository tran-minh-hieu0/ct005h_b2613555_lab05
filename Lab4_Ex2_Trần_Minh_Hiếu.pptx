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44" d="100"/>
          <a:sy n="44" d="100"/>
        </p:scale>
        <p:origin x="72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DCE34D-5DFC-4061-AF16-4A299813936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BE0919-7C65-4020-817C-46C73DE17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05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1E354E98-FB98-4FF2-B209-3A6293B4552C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D401AF7C-8410-47A5-985B-7A0FADD31AC2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DA5D7797-A1B1-4DAA-9DB0-6538BA8648AD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AB29E386-4CB9-49DF-8B87-4B903818F991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69CC8D32-684A-40DC-AFB8-996676007FEF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7BFD5078-5198-4B53-A17B-BB7A456F5F8A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809921FA-4C32-461A-B130-3B5982C4D184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11206290-70CB-4ED2-871E-FA16373A2F4D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F097C806-21A1-4309-8997-B09425ADFCDD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98697AFD-8696-430E-B0FE-B6297BB339D5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EA8919A7-0771-45F3-BBF7-224B874C23B2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5FCA559B-4B63-4424-B683-77566F213A47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5546A13A-0ED6-43B9-86BE-72D0AE42F4BE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FD75A9AC-96D5-4F4D-939C-0E89D2F62262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6358509E-1233-4C57-9DA1-600C701B3E7E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738C6B98-061E-49F9-825B-C538BD374438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C7BFA801-D090-4595-82F5-29A34B5A3CDA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1"/>
                </a:solidFill>
                <a:latin typeface="K2D"/>
                <a:cs typeface="Times New Roman" panose="02020603050405020304" pitchFamily="18" charset="0"/>
              </a:defRPr>
            </a:lvl1pPr>
          </a:lstStyle>
          <a:p>
            <a:r>
              <a:rPr lang="vi-VN"/>
              <a:t>Giới thiệu Đại học Cần Thơ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tx1"/>
                </a:solidFill>
                <a:latin typeface="K2D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BD5C53-3C68-2846-693C-74BFB0208CB0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18301" y="923374"/>
            <a:ext cx="1059924" cy="10640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–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B8E11-B3C2-F956-E389-25B4229013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Đại học cần thơ – quá trình hình thành và phát triển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638FF-06B2-9037-AEBB-C6843F58D3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Ts. Nguyễn Văn 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62192C-F365-0A10-14C9-5F98CAD7D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03B59-98E7-0E88-8DB1-7F0E5096F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552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E6EDF-BDF9-BCA1-9CA1-A13454A8D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D5FA3-270E-314A-7F2C-82DB2EAFEF3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Thời kỳ viện đại học cần thơ (1966 – 1975)</a:t>
            </a:r>
          </a:p>
          <a:p>
            <a:r>
              <a:rPr lang="en-US"/>
              <a:t>ĐHCT giai đoạn sau năm 1975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81784-5F8C-7F14-0399-32AB5EB16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FF1D5-8792-BB92-A400-21EA767DF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122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645CB-1CFF-438E-0A67-7A2713828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9166-41CF-127D-1232-30462CBBD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Thời kỳ viện đại học cần thơ (1966 – 1975)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70272-9190-E02D-4B28-BBA98EF896A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Được thành lập ngày 31 tháng 03 năm 1966</a:t>
            </a:r>
          </a:p>
          <a:p>
            <a:r>
              <a:rPr lang="en-US"/>
              <a:t>Viện đại học cần thơ có bốn khoa:</a:t>
            </a:r>
          </a:p>
          <a:p>
            <a:pPr lvl="1"/>
            <a:r>
              <a:rPr lang="en-US"/>
              <a:t>Khoa học</a:t>
            </a:r>
          </a:p>
          <a:p>
            <a:pPr lvl="1"/>
            <a:r>
              <a:rPr lang="en-US"/>
              <a:t>Luật khoa</a:t>
            </a:r>
          </a:p>
          <a:p>
            <a:pPr lvl="1"/>
            <a:r>
              <a:rPr lang="en-US"/>
              <a:t>Khoa học xã hội, văn khoa, sư phạm</a:t>
            </a:r>
          </a:p>
          <a:p>
            <a:pPr lvl="1"/>
            <a:r>
              <a:rPr lang="en-US"/>
              <a:t>Cao đẳng nông nghiệp và trung tâm sinh ngữ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40CF2-4F11-33CC-9DF2-258C232EC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2F87F-BF13-B3C0-368A-EBA79470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176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1A094-3893-E2B6-8887-12CFD6257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1840-0BD1-D2E7-CACA-8E27D9613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Thời kỳ viện đại học cần thơ (1966 – 1975)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3D1AB-605C-E771-8909-4F1B75E4F20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Cơ sở vật chất của viện đại học cần thơ tọa lạc trên 4 địa điểm</a:t>
            </a:r>
          </a:p>
          <a:p>
            <a:pPr lvl="1"/>
            <a:r>
              <a:rPr lang="en-US"/>
              <a:t>Tòa viện trưởng (số 5, đại lộ hòa bình)</a:t>
            </a:r>
          </a:p>
          <a:p>
            <a:pPr lvl="1"/>
            <a:r>
              <a:rPr lang="en-US"/>
              <a:t>Khu I: (đường 30/4)</a:t>
            </a:r>
          </a:p>
          <a:p>
            <a:pPr lvl="1"/>
            <a:r>
              <a:rPr lang="en-US"/>
              <a:t>Khu ii: (đường 3/2)</a:t>
            </a:r>
          </a:p>
          <a:p>
            <a:pPr lvl="1"/>
            <a:r>
              <a:rPr lang="en-US"/>
              <a:t>Khu iii: (số 1, lý tự trọng)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2E2290-FEAC-E7FF-2D5C-3C54B7C21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04C604-A5C9-D72F-067B-A1F13690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342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520B9-A7F3-8023-5F9E-678617691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40025-B770-7150-8F5D-AC504CE3F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17E18-AE33-CCAC-0FF7-D642CE79E5A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Viện đại học cần thơ được đổi thành đhct</a:t>
            </a:r>
          </a:p>
          <a:p>
            <a:r>
              <a:rPr lang="en-US"/>
              <a:t>Cơ cấu đhct hiện nay</a:t>
            </a:r>
          </a:p>
          <a:p>
            <a:pPr lvl="1"/>
            <a:r>
              <a:rPr lang="en-US"/>
              <a:t>Khoa – viện</a:t>
            </a:r>
          </a:p>
          <a:p>
            <a:pPr lvl="1"/>
            <a:r>
              <a:rPr lang="en-US"/>
              <a:t>Trung tâm – trung tâm đào tạo</a:t>
            </a:r>
          </a:p>
          <a:p>
            <a:pPr lvl="1"/>
            <a:r>
              <a:rPr lang="en-US"/>
              <a:t>Phòng ban chức năng</a:t>
            </a:r>
          </a:p>
          <a:p>
            <a:pPr lvl="1"/>
            <a:r>
              <a:rPr lang="en-US"/>
              <a:t>Đoàn thể &amp; hội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B1C961-2BDC-425B-6F84-07D6F6769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1C4A4-0563-DE9A-160A-98EAE9E06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496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891F7-B259-A432-65B7-D19AE6B19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908F7-5908-42D6-917A-57CDBCB8F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535C9-5A3E-1DB6-18FD-D5DF9677E9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en-US"/>
              <a:t>Ngày 14/1/1998, trường đhct khánh thành khoa khoa học</a:t>
            </a:r>
          </a:p>
          <a:p>
            <a:pPr lvl="1"/>
            <a:r>
              <a:rPr lang="en-US"/>
              <a:t>Cơ sở vật chất</a:t>
            </a:r>
          </a:p>
          <a:p>
            <a:pPr lvl="2"/>
            <a:r>
              <a:rPr lang="en-US"/>
              <a:t>12 phòng thí nghiệm (ptn) cho sinh, hóa, vật lý</a:t>
            </a:r>
          </a:p>
          <a:p>
            <a:pPr lvl="2"/>
            <a:r>
              <a:rPr lang="en-US"/>
              <a:t>06 phòng máy tính được nối mạng với nhau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78651-6017-3BD9-3CF8-620345629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D3931-DA0D-7D59-EA68-8F201BB1E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373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DEBB2-B8A8-AD46-B9C2-E7A15FCAA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54806-A070-3744-AD4E-5B1CDB87D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143CE-2879-CFED-71DA-77E86290483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en-US"/>
              <a:t>Cơ sở vật chất</a:t>
            </a:r>
          </a:p>
          <a:p>
            <a:pPr lvl="2"/>
            <a:r>
              <a:rPr lang="en-US"/>
              <a:t>Vp khoa và xưởng sửa chữa</a:t>
            </a:r>
          </a:p>
          <a:p>
            <a:pPr lvl="2"/>
            <a:r>
              <a:rPr lang="en-US"/>
              <a:t>Năm 2010, trường đã đầu tư mở rộng khu ptn của khoa</a:t>
            </a:r>
          </a:p>
          <a:p>
            <a:pPr lvl="2"/>
            <a:r>
              <a:rPr lang="en-US"/>
              <a:t>Xây mới khu nhà 3 tầng với 22 phòng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5136C2-212A-FEEA-BE97-48F3FBA39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6802C1-F0AD-8C2E-37FF-A8EF1BF08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394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2369F-839E-B121-C92C-58D15C6C1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E3B9-919E-6E0B-67FD-6873DF119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0BD5C-AC3C-877E-0873-977F3E1CECA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en-US"/>
              <a:t>Khoa khtn hiện nay gồm 04 bộ môn</a:t>
            </a:r>
          </a:p>
          <a:p>
            <a:pPr lvl="2"/>
            <a:r>
              <a:rPr lang="en-US"/>
              <a:t>Bộ môn sinh học</a:t>
            </a:r>
          </a:p>
          <a:p>
            <a:pPr lvl="2"/>
            <a:r>
              <a:rPr lang="en-US"/>
              <a:t>Bộ môn hóa học</a:t>
            </a:r>
          </a:p>
          <a:p>
            <a:pPr lvl="2"/>
            <a:r>
              <a:rPr lang="en-US"/>
              <a:t>Bộ môn toán học</a:t>
            </a:r>
          </a:p>
          <a:p>
            <a:pPr lvl="2"/>
            <a:r>
              <a:rPr lang="en-US"/>
              <a:t>Bộ môn vật lý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C77B2C-8614-4AE0-317E-2D80E2F59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81873-0AB3-4B1A-925D-9663165A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540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3A7C7-31C2-06E7-E410-3B609B2FA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20032-13F3-A834-BF98-E91FBCB39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F6C36-941B-5D4D-D57F-8431C6CFFD1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en-US"/>
              <a:t>Công tác đào tạo</a:t>
            </a:r>
          </a:p>
          <a:p>
            <a:pPr lvl="2"/>
            <a:r>
              <a:rPr lang="en-US"/>
              <a:t>Đại học: …..</a:t>
            </a:r>
          </a:p>
          <a:p>
            <a:pPr lvl="2"/>
            <a:r>
              <a:rPr lang="en-US"/>
              <a:t>Sđh: ….</a:t>
            </a:r>
          </a:p>
          <a:p>
            <a:pPr lvl="1"/>
            <a:r>
              <a:rPr lang="en-US"/>
              <a:t>Công tác nckh, báo cáo chuyên đề: ….</a:t>
            </a:r>
          </a:p>
          <a:p>
            <a:pPr lvl="1"/>
            <a:r>
              <a:rPr lang="en-US"/>
              <a:t>Công tác đào tạo và bồi dưởng cán bộ: …..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B13DA1-652F-596B-CE28-2F2761237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C9427-BF36-62BF-234E-E5AA8EDD4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673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A7D15-96FA-A7E7-A81B-049C57EC5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0021A-A0E6-97D0-D4B5-7C4B61CC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A57CC-2983-A109-9CED-57DF54DE60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b="1">
                <a:solidFill>
                  <a:srgbClr val="0000FF"/>
                </a:solidFill>
                <a:hlinkClick r:id="rId2"/>
              </a:rPr>
              <a:t>Khoa cntt &amp; tt</a:t>
            </a:r>
            <a:endParaRPr lang="en-US" b="1">
              <a:solidFill>
                <a:srgbClr val="0000FF"/>
              </a:solidFill>
            </a:endParaRPr>
          </a:p>
          <a:p>
            <a:pPr lvl="1"/>
            <a:r>
              <a:rPr lang="en-US"/>
              <a:t>Được thành lập năm 1994 trên cơ sở trung tâm điện tử và tin học</a:t>
            </a:r>
          </a:p>
          <a:p>
            <a:pPr lvl="1"/>
            <a:r>
              <a:rPr lang="en-US"/>
              <a:t>Nhiệm vụ của khoa là đào tạo</a:t>
            </a:r>
          </a:p>
          <a:p>
            <a:pPr lvl="2"/>
            <a:r>
              <a:rPr lang="en-US"/>
              <a:t>Đại học và sau đại học</a:t>
            </a:r>
          </a:p>
          <a:p>
            <a:pPr lvl="2"/>
            <a:r>
              <a:rPr lang="en-US"/>
              <a:t>Nckh và chuyển giao công nghệ trong lĩnh vực cntt&amp;tt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A6DCE-0F32-3D9B-0225-7020A958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67B74-E43F-0592-4001-F4548275A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506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20626-4E57-8B83-9781-433FF90B3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23BA5-E1D1-2462-F9FF-C1C67316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73ECD-0C57-1929-51E7-FE782EC7B74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>
                <a:solidFill>
                  <a:srgbClr val="0000FF"/>
                </a:solidFill>
              </a:rPr>
              <a:t>Khoa cntt &amp; tt</a:t>
            </a:r>
          </a:p>
          <a:p>
            <a:pPr lvl="1"/>
            <a:r>
              <a:rPr lang="en-US"/>
              <a:t>Tằm nhìn đến năm 2020</a:t>
            </a:r>
          </a:p>
          <a:p>
            <a:pPr lvl="2"/>
            <a:r>
              <a:rPr lang="en-US"/>
              <a:t>Đơn vị đào tạo và</a:t>
            </a:r>
          </a:p>
          <a:p>
            <a:pPr lvl="2"/>
            <a:r>
              <a:rPr lang="en-US"/>
              <a:t>Nghiên cứu khoa học về cntt&amp;tt mạnh của cả nước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D14E83-EB97-031B-4E30-806A9F79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56111B-4CAF-3CDA-8D9D-FE40E7DCD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76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A819-192E-E0A1-FE7D-D23494363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37080-3376-E74C-591E-51C3FF0A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9BE3E-64A8-5E27-DD10-2001B40A3FC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>
                <a:solidFill>
                  <a:srgbClr val="0000FF"/>
                </a:solidFill>
              </a:rPr>
              <a:t>Khoa cntt &amp; tt</a:t>
            </a:r>
          </a:p>
          <a:p>
            <a:pPr lvl="1"/>
            <a:r>
              <a:rPr lang="en-US"/>
              <a:t> các bộ môn và trung tâm</a:t>
            </a:r>
          </a:p>
          <a:p>
            <a:pPr lvl="2"/>
            <a:r>
              <a:rPr lang="en-US"/>
              <a:t>Bộ môn hệ thống thông tin</a:t>
            </a:r>
          </a:p>
          <a:p>
            <a:pPr lvl="2"/>
            <a:r>
              <a:rPr lang="en-US"/>
              <a:t>Bộ môn mạng máy tính &amp; truyền thông</a:t>
            </a:r>
          </a:p>
          <a:p>
            <a:pPr lvl="2"/>
            <a:r>
              <a:rPr lang="en-US"/>
              <a:t>Bộ môn công nghệ phần mềm</a:t>
            </a:r>
          </a:p>
          <a:p>
            <a:pPr lvl="2"/>
            <a:r>
              <a:rPr lang="en-US"/>
              <a:t>Bộ môn khoa học máy tính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47EFFD-4F25-0316-2E8B-47B975D8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FE531-4385-71DA-8153-3BA29DED0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738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21847-3F22-7CF4-9036-E8130A099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6BDB2-04A5-6FCC-3A56-44CCE6CB4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D09F5-972C-365B-676D-2A8EC7B1BA7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>
                <a:solidFill>
                  <a:srgbClr val="0000FF"/>
                </a:solidFill>
              </a:rPr>
              <a:t>Khoa cntt &amp; tt</a:t>
            </a:r>
          </a:p>
          <a:p>
            <a:pPr lvl="1"/>
            <a:r>
              <a:rPr lang="en-US"/>
              <a:t>Các bộ môn và trung tâm</a:t>
            </a:r>
          </a:p>
          <a:p>
            <a:pPr lvl="2"/>
            <a:r>
              <a:rPr lang="en-US"/>
              <a:t>Bộ môn công nghệ thông tin</a:t>
            </a:r>
          </a:p>
          <a:p>
            <a:pPr lvl="2"/>
            <a:r>
              <a:rPr lang="en-US"/>
              <a:t>Bộ môn tin học ứng dụng</a:t>
            </a:r>
          </a:p>
          <a:p>
            <a:pPr lvl="2"/>
            <a:r>
              <a:rPr lang="en-US"/>
              <a:t>Tổ văn phòng</a:t>
            </a:r>
          </a:p>
          <a:p>
            <a:pPr lvl="2"/>
            <a:r>
              <a:rPr lang="en-US"/>
              <a:t>Trung tâm điện tử &amp; tin học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6651A-E03D-7F00-FE7E-FD16AF20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C2EA7-1A2B-0326-0712-0613D8264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459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D229B-025C-9081-B6DB-F93360EBA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Cám ơn sự chú ý của quý vị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F06A8B-9B4B-B795-9538-BB6600C3E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0F4F2E-D810-4DB8-6ED0-05791EB16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224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{6975DC76-6192-4831-A56F-6A780A91E7A7}TF62d0d592-7ac2-4846-a919-75806e8bead47c13978d-7a72a11451b2</Template>
  <TotalTime>86</TotalTime>
  <Words>631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Arial</vt:lpstr>
      <vt:lpstr>Calibri</vt:lpstr>
      <vt:lpstr>K2D</vt:lpstr>
      <vt:lpstr>Times New Roman</vt:lpstr>
      <vt:lpstr>Wingdings</vt:lpstr>
      <vt:lpstr>Droplet</vt:lpstr>
      <vt:lpstr>Đại học cần thơ – quá trình hình thành và phát triển</vt:lpstr>
      <vt:lpstr>Nội dung</vt:lpstr>
      <vt:lpstr>Thời kỳ viện đại học cần thơ (1966 – 1975)</vt:lpstr>
      <vt:lpstr>Thời kỳ viện đại học cần thơ (1966 –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Cám ơn sự chú ý của quý vị</vt:lpstr>
      <vt:lpstr>KHTN</vt:lpstr>
      <vt:lpstr>CNTT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Hiếu Trần</dc:creator>
  <cp:lastModifiedBy>Hiếu Trần</cp:lastModifiedBy>
  <cp:revision>8</cp:revision>
  <dcterms:created xsi:type="dcterms:W3CDTF">2026-09-25T09:48:59Z</dcterms:created>
  <dcterms:modified xsi:type="dcterms:W3CDTF">2026-09-25T14:49:16Z</dcterms:modified>
</cp:coreProperties>
</file>