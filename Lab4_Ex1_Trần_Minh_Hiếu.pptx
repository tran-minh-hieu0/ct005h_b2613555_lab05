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60" r:id="rId2"/>
    <p:sldId id="257" r:id="rId3"/>
    <p:sldId id="259" r:id="rId4"/>
    <p:sldId id="261" r:id="rId5"/>
    <p:sldId id="262" r:id="rId6"/>
    <p:sldId id="258"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EF"/>
    <a:srgbClr val="225DA8"/>
    <a:srgbClr val="1F5CA9"/>
    <a:srgbClr val="31589F"/>
    <a:srgbClr val="25ACE3"/>
    <a:srgbClr val="00B0F0"/>
    <a:srgbClr val="898989"/>
    <a:srgbClr val="0070C0"/>
    <a:srgbClr val="9F9F9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5" d="100"/>
          <a:sy n="95" d="100"/>
        </p:scale>
        <p:origin x="16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8069C-5FE3-4986-9AE1-1E7BCD2DA4F5}"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248E8-658E-4878-A6F8-AF0E912A10E8}" type="slidenum">
              <a:rPr lang="en-US" smtClean="0"/>
              <a:t>‹#›</a:t>
            </a:fld>
            <a:endParaRPr lang="en-US"/>
          </a:p>
        </p:txBody>
      </p:sp>
    </p:spTree>
    <p:extLst>
      <p:ext uri="{BB962C8B-B14F-4D97-AF65-F5344CB8AC3E}">
        <p14:creationId xmlns:p14="http://schemas.microsoft.com/office/powerpoint/2010/main" val="2119593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F5CA9"/>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890940"/>
            <a:ext cx="9144000" cy="2387600"/>
          </a:xfrm>
          <a:solidFill>
            <a:srgbClr val="1F5CA9"/>
          </a:solidFill>
          <a:ln>
            <a:noFill/>
          </a:ln>
        </p:spPr>
        <p:style>
          <a:lnRef idx="2">
            <a:schemeClr val="dk1"/>
          </a:lnRef>
          <a:fillRef idx="1">
            <a:schemeClr val="lt1"/>
          </a:fillRef>
          <a:effectRef idx="0">
            <a:schemeClr val="dk1"/>
          </a:effectRef>
          <a:fontRef idx="none"/>
        </p:style>
        <p:txBody>
          <a:bodyPr anchor="b">
            <a:normAutofit/>
          </a:bodyPr>
          <a:lstStyle>
            <a:lvl1pPr algn="ctr">
              <a:defRPr sz="4400" b="1" baseline="0">
                <a:solidFill>
                  <a:schemeClr val="bg1"/>
                </a:solidFill>
              </a:defRPr>
            </a:lvl1pPr>
          </a:lstStyle>
          <a:p>
            <a:r>
              <a:rPr lang="vi-VN" dirty="0"/>
              <a:t>TIÊU ĐỀ CHÍNH</a:t>
            </a:r>
            <a:endParaRPr lang="en-US" dirty="0"/>
          </a:p>
        </p:txBody>
      </p:sp>
      <p:sp>
        <p:nvSpPr>
          <p:cNvPr id="3" name="Subtitle 2"/>
          <p:cNvSpPr>
            <a:spLocks noGrp="1"/>
          </p:cNvSpPr>
          <p:nvPr>
            <p:ph type="subTitle" idx="1" hasCustomPrompt="1"/>
          </p:nvPr>
        </p:nvSpPr>
        <p:spPr>
          <a:xfrm>
            <a:off x="1524000" y="4278540"/>
            <a:ext cx="9144000" cy="855133"/>
          </a:xfrm>
          <a:solidFill>
            <a:srgbClr val="1F5CA9"/>
          </a:solidFill>
          <a:ln>
            <a:noFill/>
          </a:ln>
        </p:spPr>
        <p:style>
          <a:lnRef idx="2">
            <a:schemeClr val="dk1"/>
          </a:lnRef>
          <a:fillRef idx="1">
            <a:schemeClr val="lt1"/>
          </a:fillRef>
          <a:effectRef idx="0">
            <a:schemeClr val="dk1"/>
          </a:effectRef>
          <a:fontRef idx="none"/>
        </p:style>
        <p:txBody>
          <a:bodyPr>
            <a:normAutofit/>
          </a:bodyPr>
          <a:lstStyle>
            <a:lvl1pPr marL="0" indent="0" algn="ctr">
              <a:buNone/>
              <a:defRPr sz="32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dirty="0"/>
              <a:t>Tiêu đề phụ</a:t>
            </a:r>
            <a:endParaRPr lang="en-US" dirty="0"/>
          </a:p>
        </p:txBody>
      </p:sp>
      <p:sp>
        <p:nvSpPr>
          <p:cNvPr id="4" name="Date Placeholder 3"/>
          <p:cNvSpPr>
            <a:spLocks noGrp="1"/>
          </p:cNvSpPr>
          <p:nvPr>
            <p:ph type="dt" sz="half" idx="10"/>
          </p:nvPr>
        </p:nvSpPr>
        <p:spPr>
          <a:xfrm>
            <a:off x="1718733" y="6663527"/>
            <a:ext cx="2286000" cy="183574"/>
          </a:xfrm>
        </p:spPr>
        <p:txBody>
          <a:bodyPr/>
          <a:lstStyle>
            <a:lvl1pPr algn="r">
              <a:defRPr b="1">
                <a:solidFill>
                  <a:schemeClr val="bg1"/>
                </a:solidFill>
                <a:latin typeface="K2D"/>
              </a:defRPr>
            </a:lvl1pPr>
          </a:lstStyle>
          <a:p>
            <a:r>
              <a:rPr lang="en-US"/>
              <a:t>1/14/2026</a:t>
            </a:r>
          </a:p>
        </p:txBody>
      </p:sp>
      <p:sp>
        <p:nvSpPr>
          <p:cNvPr id="5" name="Footer Placeholder 4"/>
          <p:cNvSpPr>
            <a:spLocks noGrp="1"/>
          </p:cNvSpPr>
          <p:nvPr>
            <p:ph type="ftr" sz="quarter" idx="11"/>
          </p:nvPr>
        </p:nvSpPr>
        <p:spPr>
          <a:xfrm>
            <a:off x="4038600" y="6483577"/>
            <a:ext cx="4114800" cy="365125"/>
          </a:xfrm>
        </p:spPr>
        <p:txBody>
          <a:bodyPr/>
          <a:lstStyle>
            <a:lvl1pPr>
              <a:defRPr b="1">
                <a:solidFill>
                  <a:schemeClr val="bg1"/>
                </a:solidFill>
                <a:latin typeface="K2D"/>
              </a:defRPr>
            </a:lvl1pPr>
          </a:lstStyle>
          <a:p>
            <a:endParaRPr lang="en-US"/>
          </a:p>
        </p:txBody>
      </p:sp>
      <p:sp>
        <p:nvSpPr>
          <p:cNvPr id="6" name="Slide Number Placeholder 5"/>
          <p:cNvSpPr>
            <a:spLocks noGrp="1"/>
          </p:cNvSpPr>
          <p:nvPr>
            <p:ph type="sldNum" sz="quarter" idx="12"/>
          </p:nvPr>
        </p:nvSpPr>
        <p:spPr>
          <a:xfrm>
            <a:off x="10947597" y="6472862"/>
            <a:ext cx="476416" cy="365125"/>
          </a:xfrm>
        </p:spPr>
        <p:txBody>
          <a:bodyPr/>
          <a:lstStyle>
            <a:lvl1pPr>
              <a:defRPr sz="1400" b="1">
                <a:solidFill>
                  <a:schemeClr val="bg1"/>
                </a:solidFill>
                <a:latin typeface="K2D"/>
              </a:defRPr>
            </a:lvl1pPr>
          </a:lstStyle>
          <a:p>
            <a:r>
              <a:rPr lang="en-US"/>
              <a:t>&lt;#&gt;</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46647" y="828487"/>
            <a:ext cx="898706" cy="902230"/>
          </a:xfrm>
          <a:prstGeom prst="rect">
            <a:avLst/>
          </a:prstGeom>
        </p:spPr>
      </p:pic>
      <p:sp>
        <p:nvSpPr>
          <p:cNvPr id="11" name="TextBox 10"/>
          <p:cNvSpPr txBox="1"/>
          <p:nvPr userDrawn="1"/>
        </p:nvSpPr>
        <p:spPr>
          <a:xfrm>
            <a:off x="59266" y="6443760"/>
            <a:ext cx="596901" cy="369332"/>
          </a:xfrm>
          <a:prstGeom prst="rect">
            <a:avLst/>
          </a:prstGeom>
          <a:solidFill>
            <a:srgbClr val="00B0F0"/>
          </a:solidFill>
        </p:spPr>
        <p:txBody>
          <a:bodyPr wrap="square" rtlCol="0">
            <a:spAutoFit/>
          </a:bodyPr>
          <a:lstStyle/>
          <a:p>
            <a:r>
              <a:rPr lang="vi-VN" b="1">
                <a:solidFill>
                  <a:schemeClr val="bg1"/>
                </a:solidFill>
                <a:latin typeface="K2D"/>
              </a:rPr>
              <a:t>CTU</a:t>
            </a:r>
            <a:endParaRPr lang="en-US" b="1">
              <a:solidFill>
                <a:schemeClr val="bg1"/>
              </a:solidFill>
              <a:latin typeface="K2D"/>
            </a:endParaRPr>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87979" y="6384325"/>
            <a:ext cx="9565821" cy="121306"/>
          </a:xfrm>
          <a:prstGeom prst="rect">
            <a:avLst/>
          </a:prstGeom>
        </p:spPr>
      </p:pic>
      <p:sp>
        <p:nvSpPr>
          <p:cNvPr id="14" name="TextBox 13"/>
          <p:cNvSpPr txBox="1"/>
          <p:nvPr userDrawn="1"/>
        </p:nvSpPr>
        <p:spPr>
          <a:xfrm>
            <a:off x="647701" y="6447537"/>
            <a:ext cx="1811866" cy="307777"/>
          </a:xfrm>
          <a:prstGeom prst="rect">
            <a:avLst/>
          </a:prstGeom>
          <a:noFill/>
        </p:spPr>
        <p:txBody>
          <a:bodyPr wrap="square" rtlCol="0">
            <a:spAutoFit/>
          </a:bodyPr>
          <a:lstStyle/>
          <a:p>
            <a:r>
              <a:rPr lang="vi-VN" sz="1400" b="1">
                <a:solidFill>
                  <a:schemeClr val="bg1"/>
                </a:solidFill>
                <a:latin typeface="K2D"/>
              </a:rPr>
              <a:t>ĐẠI</a:t>
            </a:r>
            <a:r>
              <a:rPr lang="vi-VN" sz="1400" b="1" baseline="0">
                <a:solidFill>
                  <a:schemeClr val="bg1"/>
                </a:solidFill>
                <a:latin typeface="K2D"/>
              </a:rPr>
              <a:t> HỌC CẦN THƠ</a:t>
            </a:r>
            <a:endParaRPr lang="en-US" sz="1400" b="1">
              <a:solidFill>
                <a:schemeClr val="bg1"/>
              </a:solidFill>
              <a:latin typeface="K2D"/>
            </a:endParaRPr>
          </a:p>
        </p:txBody>
      </p:sp>
      <p:sp>
        <p:nvSpPr>
          <p:cNvPr id="15" name="TextBox 14"/>
          <p:cNvSpPr txBox="1"/>
          <p:nvPr userDrawn="1"/>
        </p:nvSpPr>
        <p:spPr>
          <a:xfrm>
            <a:off x="664634" y="6655425"/>
            <a:ext cx="1761066" cy="215444"/>
          </a:xfrm>
          <a:prstGeom prst="rect">
            <a:avLst/>
          </a:prstGeom>
          <a:noFill/>
        </p:spPr>
        <p:txBody>
          <a:bodyPr wrap="square" rtlCol="0">
            <a:spAutoFit/>
          </a:bodyPr>
          <a:lstStyle/>
          <a:p>
            <a:r>
              <a:rPr lang="vi-VN" sz="800">
                <a:solidFill>
                  <a:schemeClr val="bg1"/>
                </a:solidFill>
                <a:latin typeface="Readex Pro"/>
              </a:rPr>
              <a:t>Cộng đồng – Toàn diện – Ưu việt</a:t>
            </a:r>
            <a:endParaRPr lang="en-US" sz="800">
              <a:solidFill>
                <a:schemeClr val="bg1"/>
              </a:solidFill>
              <a:latin typeface="Readex Pro"/>
            </a:endParaRPr>
          </a:p>
        </p:txBody>
      </p:sp>
      <p:pic>
        <p:nvPicPr>
          <p:cNvPr id="10" name="Picture 9">
            <a:extLst>
              <a:ext uri="{FF2B5EF4-FFF2-40B4-BE49-F238E27FC236}">
                <a16:creationId xmlns:a16="http://schemas.microsoft.com/office/drawing/2014/main" id="{AB83678B-4F63-3008-F218-DEE8DD76FB52}"/>
              </a:ext>
            </a:extLst>
          </p:cNvPr>
          <p:cNvPicPr>
            <a:picLocks noChangeAspect="1"/>
          </p:cNvPicPr>
          <p:nvPr userDrawn="1"/>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2038275" y="103368"/>
            <a:ext cx="82162" cy="82162"/>
          </a:xfrm>
          <a:prstGeom prst="rect">
            <a:avLst/>
          </a:prstGeom>
        </p:spPr>
      </p:pic>
      <p:sp>
        <p:nvSpPr>
          <p:cNvPr id="16" name="Rectangle 15">
            <a:extLst>
              <a:ext uri="{FF2B5EF4-FFF2-40B4-BE49-F238E27FC236}">
                <a16:creationId xmlns:a16="http://schemas.microsoft.com/office/drawing/2014/main" id="{63F4AF5C-6AFD-9BE0-1193-D8BE1B2E157D}"/>
              </a:ext>
            </a:extLst>
          </p:cNvPr>
          <p:cNvSpPr/>
          <p:nvPr userDrawn="1"/>
        </p:nvSpPr>
        <p:spPr>
          <a:xfrm>
            <a:off x="4998720" y="5042005"/>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7" name="Text Placeholder 3">
            <a:extLst>
              <a:ext uri="{FF2B5EF4-FFF2-40B4-BE49-F238E27FC236}">
                <a16:creationId xmlns:a16="http://schemas.microsoft.com/office/drawing/2014/main" id="{5546C756-513F-6D91-1969-9728C1BA5674}"/>
              </a:ext>
            </a:extLst>
          </p:cNvPr>
          <p:cNvSpPr>
            <a:spLocks noGrp="1"/>
          </p:cNvSpPr>
          <p:nvPr>
            <p:ph type="body" sz="quarter" idx="13"/>
          </p:nvPr>
        </p:nvSpPr>
        <p:spPr>
          <a:xfrm>
            <a:off x="1524000" y="5140482"/>
            <a:ext cx="9144000" cy="492125"/>
          </a:xfrm>
        </p:spPr>
        <p:txBody>
          <a:bodyPr/>
          <a:lstStyle>
            <a:lvl1pPr algn="ctr">
              <a:buNone/>
              <a:defRPr sz="2000">
                <a:solidFill>
                  <a:schemeClr val="bg1"/>
                </a:solidFill>
              </a:defRPr>
            </a:lvl1pPr>
          </a:lstStyle>
          <a:p>
            <a:endParaRPr lang="en-US" dirty="0"/>
          </a:p>
        </p:txBody>
      </p:sp>
      <p:sp>
        <p:nvSpPr>
          <p:cNvPr id="20" name="Rectangle 19">
            <a:extLst>
              <a:ext uri="{FF2B5EF4-FFF2-40B4-BE49-F238E27FC236}">
                <a16:creationId xmlns:a16="http://schemas.microsoft.com/office/drawing/2014/main" id="{522674D6-C220-FED9-EBC4-0AF5C94729C3}"/>
              </a:ext>
            </a:extLst>
          </p:cNvPr>
          <p:cNvSpPr/>
          <p:nvPr userDrawn="1"/>
        </p:nvSpPr>
        <p:spPr>
          <a:xfrm>
            <a:off x="9402431" y="6443760"/>
            <a:ext cx="1713161" cy="369332"/>
          </a:xfrm>
          <a:prstGeom prst="rect">
            <a:avLst/>
          </a:prstGeom>
        </p:spPr>
        <p:txBody>
          <a:bodyPr wrap="none">
            <a:spAutoFit/>
          </a:bodyPr>
          <a:lstStyle/>
          <a:p>
            <a:r>
              <a:rPr lang="en-US">
                <a:solidFill>
                  <a:schemeClr val="bg1"/>
                </a:solidFill>
              </a:rPr>
              <a:t>www.ctu.edu.vn</a:t>
            </a:r>
          </a:p>
        </p:txBody>
      </p:sp>
    </p:spTree>
    <p:extLst>
      <p:ext uri="{BB962C8B-B14F-4D97-AF65-F5344CB8AC3E}">
        <p14:creationId xmlns:p14="http://schemas.microsoft.com/office/powerpoint/2010/main" val="363410091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lstStyle>
            <a:lvl1pPr>
              <a:defRPr baseline="0">
                <a:solidFill>
                  <a:srgbClr val="0070C0"/>
                </a:solidFill>
              </a:defRPr>
            </a:lvl1pPr>
          </a:lstStyle>
          <a:p>
            <a:r>
              <a:rPr lang="vi-VN"/>
              <a:t>Tiêu đề</a:t>
            </a:r>
            <a:endParaRPr lang="en-US"/>
          </a:p>
        </p:txBody>
      </p:sp>
      <p:sp>
        <p:nvSpPr>
          <p:cNvPr id="6" name="Slide Number Placeholder 5"/>
          <p:cNvSpPr>
            <a:spLocks noGrp="1"/>
          </p:cNvSpPr>
          <p:nvPr>
            <p:ph type="sldNum" sz="quarter" idx="12"/>
          </p:nvPr>
        </p:nvSpPr>
        <p:spPr>
          <a:xfrm>
            <a:off x="10968850" y="6439585"/>
            <a:ext cx="378883" cy="365125"/>
          </a:xfrm>
          <a:noFill/>
        </p:spPr>
        <p:txBody>
          <a:bodyPr/>
          <a:lstStyle>
            <a:lvl1pPr>
              <a:defRPr>
                <a:solidFill>
                  <a:schemeClr val="bg1"/>
                </a:solidFill>
                <a:highlight>
                  <a:srgbClr val="00AFEF"/>
                </a:highlight>
              </a:defRPr>
            </a:lvl1pPr>
          </a:lstStyle>
          <a:p>
            <a:fld id="{8857E4EF-DCFE-435E-BE58-1F8796B1E076}" type="slidenum">
              <a:rPr lang="en-US" smtClean="0"/>
              <a:pPr/>
              <a:t>‹#›</a:t>
            </a:fld>
            <a:endParaRPr lang="en-US">
              <a:highlight>
                <a:srgbClr val="00AFEF"/>
              </a:highlight>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66713" y="151076"/>
            <a:ext cx="113968" cy="113968"/>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7424" y="887518"/>
            <a:ext cx="280776" cy="280776"/>
          </a:xfrm>
          <a:prstGeom prst="rect">
            <a:avLst/>
          </a:prstGeom>
        </p:spPr>
      </p:pic>
      <p:sp>
        <p:nvSpPr>
          <p:cNvPr id="10" name="TextBox 9"/>
          <p:cNvSpPr txBox="1"/>
          <p:nvPr userDrawn="1"/>
        </p:nvSpPr>
        <p:spPr>
          <a:xfrm>
            <a:off x="24377" y="6458752"/>
            <a:ext cx="606390" cy="369332"/>
          </a:xfrm>
          <a:prstGeom prst="rect">
            <a:avLst/>
          </a:prstGeom>
          <a:solidFill>
            <a:srgbClr val="1F5CA9"/>
          </a:solidFill>
          <a:ln>
            <a:solidFill>
              <a:srgbClr val="1F5CA9"/>
            </a:solidFill>
          </a:ln>
        </p:spPr>
        <p:txBody>
          <a:bodyPr wrap="square" rtlCol="0">
            <a:spAutoFit/>
          </a:bodyPr>
          <a:lstStyle/>
          <a:p>
            <a:r>
              <a:rPr lang="vi-VN" b="1">
                <a:solidFill>
                  <a:schemeClr val="bg1"/>
                </a:solidFill>
                <a:latin typeface="K2D"/>
              </a:rPr>
              <a:t>CTU</a:t>
            </a:r>
            <a:endParaRPr lang="en-US" b="1">
              <a:solidFill>
                <a:schemeClr val="bg1"/>
              </a:solidFill>
              <a:latin typeface="K2D"/>
            </a:endParaRPr>
          </a:p>
        </p:txBody>
      </p:sp>
      <p:sp>
        <p:nvSpPr>
          <p:cNvPr id="11" name="TextBox 10"/>
          <p:cNvSpPr txBox="1"/>
          <p:nvPr userDrawn="1"/>
        </p:nvSpPr>
        <p:spPr>
          <a:xfrm>
            <a:off x="647701" y="6447537"/>
            <a:ext cx="1811866" cy="307777"/>
          </a:xfrm>
          <a:prstGeom prst="rect">
            <a:avLst/>
          </a:prstGeom>
          <a:noFill/>
        </p:spPr>
        <p:txBody>
          <a:bodyPr wrap="square" rtlCol="0">
            <a:spAutoFit/>
          </a:bodyPr>
          <a:lstStyle/>
          <a:p>
            <a:r>
              <a:rPr lang="vi-VN" sz="1400" b="1">
                <a:solidFill>
                  <a:srgbClr val="1F5CA9"/>
                </a:solidFill>
                <a:latin typeface="K2D"/>
              </a:rPr>
              <a:t>ĐẠI</a:t>
            </a:r>
            <a:r>
              <a:rPr lang="vi-VN" sz="1400" b="1" baseline="0">
                <a:solidFill>
                  <a:srgbClr val="1F5CA9"/>
                </a:solidFill>
                <a:latin typeface="K2D"/>
              </a:rPr>
              <a:t> HỌC CẦN THƠ</a:t>
            </a:r>
            <a:endParaRPr lang="en-US" sz="1400" b="1">
              <a:solidFill>
                <a:srgbClr val="1F5CA9"/>
              </a:solidFill>
              <a:latin typeface="K2D"/>
            </a:endParaRPr>
          </a:p>
        </p:txBody>
      </p:sp>
      <p:sp>
        <p:nvSpPr>
          <p:cNvPr id="12" name="TextBox 11"/>
          <p:cNvSpPr txBox="1"/>
          <p:nvPr userDrawn="1"/>
        </p:nvSpPr>
        <p:spPr>
          <a:xfrm>
            <a:off x="664634" y="6655425"/>
            <a:ext cx="1761066" cy="215444"/>
          </a:xfrm>
          <a:prstGeom prst="rect">
            <a:avLst/>
          </a:prstGeom>
          <a:noFill/>
        </p:spPr>
        <p:txBody>
          <a:bodyPr wrap="square" rtlCol="0">
            <a:spAutoFit/>
          </a:bodyPr>
          <a:lstStyle/>
          <a:p>
            <a:r>
              <a:rPr lang="vi-VN" sz="800">
                <a:solidFill>
                  <a:srgbClr val="00AFEF"/>
                </a:solidFill>
                <a:latin typeface="Readex Pro"/>
              </a:rPr>
              <a:t>Cộng đồng – Toàn diện – Ưu việt</a:t>
            </a:r>
            <a:endParaRPr lang="en-US" sz="800">
              <a:solidFill>
                <a:srgbClr val="00AFEF"/>
              </a:solidFill>
              <a:latin typeface="Readex Pro"/>
            </a:endParaRPr>
          </a:p>
        </p:txBody>
      </p:sp>
      <p:sp>
        <p:nvSpPr>
          <p:cNvPr id="13" name="Date Placeholder 3"/>
          <p:cNvSpPr txBox="1">
            <a:spLocks/>
          </p:cNvSpPr>
          <p:nvPr userDrawn="1"/>
        </p:nvSpPr>
        <p:spPr>
          <a:xfrm>
            <a:off x="1384301" y="6647089"/>
            <a:ext cx="2286000" cy="183574"/>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bg1"/>
                </a:solidFill>
                <a:latin typeface="K2D"/>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a:solidFill>
                  <a:srgbClr val="898989"/>
                </a:solidFill>
              </a:rPr>
              <a:t>1/14/2026</a:t>
            </a:r>
            <a:endParaRPr lang="en-US">
              <a:solidFill>
                <a:srgbClr val="898989"/>
              </a:solidFill>
            </a:endParaRPr>
          </a:p>
        </p:txBody>
      </p:sp>
      <p:sp>
        <p:nvSpPr>
          <p:cNvPr id="14" name="Footer Placeholder 4"/>
          <p:cNvSpPr>
            <a:spLocks noGrp="1"/>
          </p:cNvSpPr>
          <p:nvPr>
            <p:ph type="ftr" sz="quarter" idx="11"/>
          </p:nvPr>
        </p:nvSpPr>
        <p:spPr>
          <a:xfrm>
            <a:off x="4038600" y="6483577"/>
            <a:ext cx="4114800" cy="365125"/>
          </a:xfrm>
        </p:spPr>
        <p:txBody>
          <a:bodyPr/>
          <a:lstStyle>
            <a:lvl1pPr>
              <a:defRPr b="1">
                <a:solidFill>
                  <a:srgbClr val="898989"/>
                </a:solidFill>
                <a:latin typeface="K2D"/>
              </a:defRPr>
            </a:lvl1pPr>
          </a:lstStyle>
          <a:p>
            <a:endParaRPr lang="en-US"/>
          </a:p>
        </p:txBody>
      </p:sp>
      <p:pic>
        <p:nvPicPr>
          <p:cNvPr id="16" name="Picture 1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330643" y="6398145"/>
            <a:ext cx="10058400" cy="127552"/>
          </a:xfrm>
          <a:prstGeom prst="rect">
            <a:avLst/>
          </a:prstGeom>
        </p:spPr>
      </p:pic>
      <p:sp>
        <p:nvSpPr>
          <p:cNvPr id="17" name="Rectangle 16"/>
          <p:cNvSpPr/>
          <p:nvPr userDrawn="1"/>
        </p:nvSpPr>
        <p:spPr>
          <a:xfrm>
            <a:off x="9379619" y="6385982"/>
            <a:ext cx="1713161" cy="369332"/>
          </a:xfrm>
          <a:prstGeom prst="rect">
            <a:avLst/>
          </a:prstGeom>
        </p:spPr>
        <p:txBody>
          <a:bodyPr wrap="none">
            <a:spAutoFit/>
          </a:bodyPr>
          <a:lstStyle/>
          <a:p>
            <a:r>
              <a:rPr lang="en-US">
                <a:solidFill>
                  <a:srgbClr val="00AFEF"/>
                </a:solidFill>
              </a:rPr>
              <a:t>www.ctu.edu.vn</a:t>
            </a:r>
            <a:endParaRPr lang="en-US"/>
          </a:p>
        </p:txBody>
      </p:sp>
    </p:spTree>
    <p:extLst>
      <p:ext uri="{BB962C8B-B14F-4D97-AF65-F5344CB8AC3E}">
        <p14:creationId xmlns:p14="http://schemas.microsoft.com/office/powerpoint/2010/main" val="335200677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1/14/2026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57E4EF-DCFE-435E-BE58-1F8796B1E076}" type="slidenum">
              <a:rPr lang="en-US" smtClean="0"/>
              <a:t>‹#›</a:t>
            </a:fld>
            <a:endParaRPr lang="en-US"/>
          </a:p>
        </p:txBody>
      </p:sp>
    </p:spTree>
    <p:extLst>
      <p:ext uri="{BB962C8B-B14F-4D97-AF65-F5344CB8AC3E}">
        <p14:creationId xmlns:p14="http://schemas.microsoft.com/office/powerpoint/2010/main" val="84674104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1/14/2026</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57E4EF-DCFE-435E-BE58-1F8796B1E076}" type="slidenum">
              <a:rPr lang="en-US" smtClean="0"/>
              <a:t>‹#›</a:t>
            </a:fld>
            <a:endParaRPr lang="en-US"/>
          </a:p>
        </p:txBody>
      </p:sp>
    </p:spTree>
    <p:extLst>
      <p:ext uri="{BB962C8B-B14F-4D97-AF65-F5344CB8AC3E}">
        <p14:creationId xmlns:p14="http://schemas.microsoft.com/office/powerpoint/2010/main" val="79954105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1/14/2026</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57E4EF-DCFE-435E-BE58-1F8796B1E076}" type="slidenum">
              <a:rPr lang="en-US" smtClean="0"/>
              <a:t>‹#›</a:t>
            </a:fld>
            <a:endParaRPr lang="en-US"/>
          </a:p>
        </p:txBody>
      </p:sp>
    </p:spTree>
    <p:extLst>
      <p:ext uri="{BB962C8B-B14F-4D97-AF65-F5344CB8AC3E}">
        <p14:creationId xmlns:p14="http://schemas.microsoft.com/office/powerpoint/2010/main" val="135043688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25ACE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2240756"/>
            <a:ext cx="10515600" cy="1325563"/>
          </a:xfrm>
        </p:spPr>
        <p:txBody>
          <a:bodyPr>
            <a:normAutofit/>
          </a:bodyPr>
          <a:lstStyle>
            <a:lvl1pPr>
              <a:lnSpc>
                <a:spcPct val="300000"/>
              </a:lnSpc>
              <a:defRPr sz="4000" baseline="0">
                <a:solidFill>
                  <a:schemeClr val="bg1"/>
                </a:solidFill>
              </a:defRPr>
            </a:lvl1pPr>
          </a:lstStyle>
          <a:p>
            <a:r>
              <a:rPr lang="vi-VN" dirty="0"/>
              <a:t>Tiêu đề chính</a:t>
            </a:r>
            <a:endParaRPr lang="en-US" dirty="0"/>
          </a:p>
        </p:txBody>
      </p:sp>
      <p:sp>
        <p:nvSpPr>
          <p:cNvPr id="3" name="Date Placeholder 2"/>
          <p:cNvSpPr>
            <a:spLocks noGrp="1"/>
          </p:cNvSpPr>
          <p:nvPr>
            <p:ph type="dt" sz="half" idx="10"/>
          </p:nvPr>
        </p:nvSpPr>
        <p:spPr>
          <a:xfrm>
            <a:off x="2212218" y="6492872"/>
            <a:ext cx="1761067" cy="365125"/>
          </a:xfrm>
        </p:spPr>
        <p:txBody>
          <a:bodyPr/>
          <a:lstStyle>
            <a:lvl1pPr algn="r">
              <a:defRPr sz="1800" b="1">
                <a:solidFill>
                  <a:schemeClr val="bg1"/>
                </a:solidFill>
                <a:latin typeface="K2D"/>
              </a:defRPr>
            </a:lvl1pPr>
          </a:lstStyle>
          <a:p>
            <a:r>
              <a:rPr lang="en-US"/>
              <a:t>1/14/2026</a:t>
            </a:r>
          </a:p>
        </p:txBody>
      </p:sp>
      <p:sp>
        <p:nvSpPr>
          <p:cNvPr id="4" name="Footer Placeholder 3"/>
          <p:cNvSpPr>
            <a:spLocks noGrp="1"/>
          </p:cNvSpPr>
          <p:nvPr>
            <p:ph type="ftr" sz="quarter" idx="11"/>
          </p:nvPr>
        </p:nvSpPr>
        <p:spPr>
          <a:xfrm>
            <a:off x="4038600" y="6492874"/>
            <a:ext cx="4114800" cy="365125"/>
          </a:xfrm>
        </p:spPr>
        <p:txBody>
          <a:bodyPr/>
          <a:lstStyle>
            <a:lvl1pPr algn="l">
              <a:defRPr sz="1800" b="1">
                <a:solidFill>
                  <a:schemeClr val="bg1"/>
                </a:solidFill>
                <a:latin typeface="K2D"/>
              </a:defRPr>
            </a:lvl1pPr>
          </a:lstStyle>
          <a:p>
            <a:endParaRPr lang="en-US">
              <a:solidFill>
                <a:schemeClr val="bg1"/>
              </a:solidFill>
            </a:endParaRPr>
          </a:p>
        </p:txBody>
      </p:sp>
      <p:sp>
        <p:nvSpPr>
          <p:cNvPr id="5" name="Slide Number Placeholder 4"/>
          <p:cNvSpPr>
            <a:spLocks noGrp="1"/>
          </p:cNvSpPr>
          <p:nvPr>
            <p:ph type="sldNum" sz="quarter" idx="12"/>
          </p:nvPr>
        </p:nvSpPr>
        <p:spPr>
          <a:xfrm>
            <a:off x="11038114" y="6505434"/>
            <a:ext cx="381000" cy="365125"/>
          </a:xfrm>
        </p:spPr>
        <p:txBody>
          <a:bodyPr/>
          <a:lstStyle>
            <a:lvl1pPr>
              <a:defRPr b="1">
                <a:solidFill>
                  <a:schemeClr val="bg1"/>
                </a:solidFill>
                <a:highlight>
                  <a:srgbClr val="1F5CA9"/>
                </a:highlight>
                <a:latin typeface="K2D"/>
              </a:defRPr>
            </a:lvl1pPr>
          </a:lstStyle>
          <a:p>
            <a:fld id="{8857E4EF-DCFE-435E-BE58-1F8796B1E076}" type="slidenum">
              <a:rPr lang="en-US" smtClean="0"/>
              <a:pPr/>
              <a:t>‹#›</a:t>
            </a:fld>
            <a:endParaRPr lang="en-US">
              <a:highlight>
                <a:srgbClr val="1F5CA9"/>
              </a:highlight>
            </a:endParaRPr>
          </a:p>
        </p:txBody>
      </p:sp>
      <p:sp>
        <p:nvSpPr>
          <p:cNvPr id="8" name="Text Placeholder 7"/>
          <p:cNvSpPr>
            <a:spLocks noGrp="1"/>
          </p:cNvSpPr>
          <p:nvPr>
            <p:ph type="body" sz="quarter" idx="13" hasCustomPrompt="1"/>
          </p:nvPr>
        </p:nvSpPr>
        <p:spPr>
          <a:xfrm>
            <a:off x="838200" y="3566319"/>
            <a:ext cx="10515600" cy="914400"/>
          </a:xfrm>
        </p:spPr>
        <p:txBody>
          <a:bodyPr/>
          <a:lstStyle>
            <a:lvl1pPr marL="0" indent="0">
              <a:buNone/>
              <a:defRPr baseline="0">
                <a:solidFill>
                  <a:schemeClr val="bg1"/>
                </a:solidFill>
              </a:defRPr>
            </a:lvl1pPr>
          </a:lstStyle>
          <a:p>
            <a:pPr lvl="0"/>
            <a:r>
              <a:rPr lang="vi-VN" dirty="0"/>
              <a:t>Tiêu đề phụ</a:t>
            </a:r>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150" y="3025944"/>
            <a:ext cx="665050" cy="665050"/>
          </a:xfrm>
          <a:prstGeom prst="rect">
            <a:avLst/>
          </a:prstGeom>
        </p:spPr>
      </p:pic>
      <p:pic>
        <p:nvPicPr>
          <p:cNvPr id="7" name="Picture 6">
            <a:extLst>
              <a:ext uri="{FF2B5EF4-FFF2-40B4-BE49-F238E27FC236}">
                <a16:creationId xmlns:a16="http://schemas.microsoft.com/office/drawing/2014/main" id="{12E1664C-08BB-FBA2-1A18-415312F2BD99}"/>
              </a:ext>
            </a:extLst>
          </p:cNvPr>
          <p:cNvPicPr>
            <a:picLocks noChangeAspect="1"/>
          </p:cNvPicPr>
          <p:nvPr userDrawn="1"/>
        </p:nvPicPr>
        <p:blipFill>
          <a:blip r:embed="rId3" cstate="print">
            <a:duotone>
              <a:prstClr val="black"/>
              <a:schemeClr val="accent1">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11990567" y="119271"/>
            <a:ext cx="82162" cy="82162"/>
          </a:xfrm>
          <a:prstGeom prst="rect">
            <a:avLst/>
          </a:prstGeom>
        </p:spPr>
      </p:pic>
      <p:sp>
        <p:nvSpPr>
          <p:cNvPr id="11" name="TextBox 10">
            <a:extLst>
              <a:ext uri="{FF2B5EF4-FFF2-40B4-BE49-F238E27FC236}">
                <a16:creationId xmlns:a16="http://schemas.microsoft.com/office/drawing/2014/main" id="{292F0213-BBFB-8311-3620-C5FB8F697576}"/>
              </a:ext>
            </a:extLst>
          </p:cNvPr>
          <p:cNvSpPr txBox="1"/>
          <p:nvPr userDrawn="1"/>
        </p:nvSpPr>
        <p:spPr>
          <a:xfrm>
            <a:off x="77805" y="6404058"/>
            <a:ext cx="606390" cy="369332"/>
          </a:xfrm>
          <a:prstGeom prst="rect">
            <a:avLst/>
          </a:prstGeom>
          <a:solidFill>
            <a:srgbClr val="1F5CA9"/>
          </a:solidFill>
          <a:ln>
            <a:solidFill>
              <a:srgbClr val="1F5CA9"/>
            </a:solidFill>
          </a:ln>
        </p:spPr>
        <p:txBody>
          <a:bodyPr wrap="square" rtlCol="0">
            <a:spAutoFit/>
          </a:bodyPr>
          <a:lstStyle/>
          <a:p>
            <a:r>
              <a:rPr lang="vi-VN" b="1">
                <a:solidFill>
                  <a:schemeClr val="bg1"/>
                </a:solidFill>
                <a:latin typeface="K2D"/>
              </a:rPr>
              <a:t>CTU</a:t>
            </a:r>
            <a:endParaRPr lang="en-US" b="1">
              <a:solidFill>
                <a:schemeClr val="bg1"/>
              </a:solidFill>
              <a:latin typeface="K2D"/>
            </a:endParaRPr>
          </a:p>
        </p:txBody>
      </p:sp>
      <p:pic>
        <p:nvPicPr>
          <p:cNvPr id="21" name="Picture 20">
            <a:extLst>
              <a:ext uri="{FF2B5EF4-FFF2-40B4-BE49-F238E27FC236}">
                <a16:creationId xmlns:a16="http://schemas.microsoft.com/office/drawing/2014/main" id="{356557E8-997A-36E0-D171-DE6582603BD5}"/>
              </a:ext>
            </a:extLst>
          </p:cNvPr>
          <p:cNvPicPr>
            <a:picLocks noChangeAspect="1"/>
          </p:cNvPicPr>
          <p:nvPr userDrawn="1"/>
        </p:nvPicPr>
        <p:blipFill>
          <a:blip r:embed="rId4"/>
          <a:stretch>
            <a:fillRect/>
          </a:stretch>
        </p:blipFill>
        <p:spPr>
          <a:xfrm>
            <a:off x="1787978" y="6370850"/>
            <a:ext cx="9631136" cy="122023"/>
          </a:xfrm>
          <a:prstGeom prst="rect">
            <a:avLst/>
          </a:prstGeom>
        </p:spPr>
      </p:pic>
      <p:sp>
        <p:nvSpPr>
          <p:cNvPr id="23" name="TextBox 22">
            <a:extLst>
              <a:ext uri="{FF2B5EF4-FFF2-40B4-BE49-F238E27FC236}">
                <a16:creationId xmlns:a16="http://schemas.microsoft.com/office/drawing/2014/main" id="{01BDAE0F-6BBF-33C5-879F-C001BFC2DDCD}"/>
              </a:ext>
            </a:extLst>
          </p:cNvPr>
          <p:cNvSpPr txBox="1"/>
          <p:nvPr userDrawn="1"/>
        </p:nvSpPr>
        <p:spPr>
          <a:xfrm>
            <a:off x="701524" y="6437266"/>
            <a:ext cx="1811866" cy="307777"/>
          </a:xfrm>
          <a:prstGeom prst="rect">
            <a:avLst/>
          </a:prstGeom>
          <a:noFill/>
        </p:spPr>
        <p:txBody>
          <a:bodyPr wrap="square" rtlCol="0">
            <a:spAutoFit/>
          </a:bodyPr>
          <a:lstStyle/>
          <a:p>
            <a:r>
              <a:rPr lang="vi-VN" sz="1400" b="1">
                <a:solidFill>
                  <a:schemeClr val="bg1"/>
                </a:solidFill>
                <a:latin typeface="K2D"/>
              </a:rPr>
              <a:t>ĐẠI</a:t>
            </a:r>
            <a:r>
              <a:rPr lang="vi-VN" sz="1400" b="1" baseline="0">
                <a:solidFill>
                  <a:schemeClr val="bg1"/>
                </a:solidFill>
                <a:latin typeface="K2D"/>
              </a:rPr>
              <a:t> HỌC CẦN THƠ</a:t>
            </a:r>
            <a:endParaRPr lang="en-US" sz="1400" b="1">
              <a:solidFill>
                <a:schemeClr val="bg1"/>
              </a:solidFill>
              <a:latin typeface="K2D"/>
            </a:endParaRPr>
          </a:p>
        </p:txBody>
      </p:sp>
      <p:sp>
        <p:nvSpPr>
          <p:cNvPr id="25" name="TextBox 24">
            <a:extLst>
              <a:ext uri="{FF2B5EF4-FFF2-40B4-BE49-F238E27FC236}">
                <a16:creationId xmlns:a16="http://schemas.microsoft.com/office/drawing/2014/main" id="{54E65B72-46C9-F926-2D1D-E102B90932AA}"/>
              </a:ext>
            </a:extLst>
          </p:cNvPr>
          <p:cNvSpPr txBox="1"/>
          <p:nvPr userDrawn="1"/>
        </p:nvSpPr>
        <p:spPr>
          <a:xfrm>
            <a:off x="701524" y="6637321"/>
            <a:ext cx="1761066" cy="215444"/>
          </a:xfrm>
          <a:prstGeom prst="rect">
            <a:avLst/>
          </a:prstGeom>
          <a:noFill/>
        </p:spPr>
        <p:txBody>
          <a:bodyPr wrap="square" rtlCol="0">
            <a:spAutoFit/>
          </a:bodyPr>
          <a:lstStyle/>
          <a:p>
            <a:r>
              <a:rPr lang="vi-VN" sz="800">
                <a:solidFill>
                  <a:schemeClr val="bg1"/>
                </a:solidFill>
                <a:latin typeface="Readex Pro"/>
              </a:rPr>
              <a:t>Cộng đồng – Toàn diện – Ưu việt</a:t>
            </a:r>
            <a:endParaRPr lang="en-US" sz="800">
              <a:solidFill>
                <a:schemeClr val="bg1"/>
              </a:solidFill>
              <a:latin typeface="Readex Pro"/>
            </a:endParaRPr>
          </a:p>
        </p:txBody>
      </p:sp>
      <p:sp>
        <p:nvSpPr>
          <p:cNvPr id="27" name="Rectangle 26">
            <a:extLst>
              <a:ext uri="{FF2B5EF4-FFF2-40B4-BE49-F238E27FC236}">
                <a16:creationId xmlns:a16="http://schemas.microsoft.com/office/drawing/2014/main" id="{26E45781-1DD0-1094-37E7-B71AB21C0549}"/>
              </a:ext>
            </a:extLst>
          </p:cNvPr>
          <p:cNvSpPr/>
          <p:nvPr userDrawn="1"/>
        </p:nvSpPr>
        <p:spPr>
          <a:xfrm>
            <a:off x="9375753" y="6483433"/>
            <a:ext cx="1713161" cy="369332"/>
          </a:xfrm>
          <a:prstGeom prst="rect">
            <a:avLst/>
          </a:prstGeom>
        </p:spPr>
        <p:txBody>
          <a:bodyPr wrap="none">
            <a:spAutoFit/>
          </a:bodyPr>
          <a:lstStyle/>
          <a:p>
            <a:r>
              <a:rPr lang="en-US">
                <a:solidFill>
                  <a:schemeClr val="bg1"/>
                </a:solidFill>
              </a:rPr>
              <a:t>www.ctu.edu.vn</a:t>
            </a:r>
          </a:p>
        </p:txBody>
      </p:sp>
    </p:spTree>
    <p:extLst>
      <p:ext uri="{BB962C8B-B14F-4D97-AF65-F5344CB8AC3E}">
        <p14:creationId xmlns:p14="http://schemas.microsoft.com/office/powerpoint/2010/main" val="251225209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1/14/2026</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57E4EF-DCFE-435E-BE58-1F8796B1E076}" type="slidenum">
              <a:rPr lang="en-US" smtClean="0"/>
              <a:t>‹#›</a:t>
            </a:fld>
            <a:endParaRPr lang="en-US"/>
          </a:p>
        </p:txBody>
      </p:sp>
    </p:spTree>
    <p:extLst>
      <p:ext uri="{BB962C8B-B14F-4D97-AF65-F5344CB8AC3E}">
        <p14:creationId xmlns:p14="http://schemas.microsoft.com/office/powerpoint/2010/main" val="80866157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1/14/2026</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57E4EF-DCFE-435E-BE58-1F8796B1E076}" type="slidenum">
              <a:rPr lang="en-US" smtClean="0"/>
              <a:t>‹#›</a:t>
            </a:fld>
            <a:endParaRPr lang="en-US"/>
          </a:p>
        </p:txBody>
      </p:sp>
    </p:spTree>
    <p:extLst>
      <p:ext uri="{BB962C8B-B14F-4D97-AF65-F5344CB8AC3E}">
        <p14:creationId xmlns:p14="http://schemas.microsoft.com/office/powerpoint/2010/main" val="352533790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1/14/2026</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57E4EF-DCFE-435E-BE58-1F8796B1E076}" type="slidenum">
              <a:rPr lang="en-US" smtClean="0"/>
              <a:t>‹#›</a:t>
            </a:fld>
            <a:endParaRPr lang="en-US"/>
          </a:p>
        </p:txBody>
      </p:sp>
    </p:spTree>
    <p:extLst>
      <p:ext uri="{BB962C8B-B14F-4D97-AF65-F5344CB8AC3E}">
        <p14:creationId xmlns:p14="http://schemas.microsoft.com/office/powerpoint/2010/main" val="205064695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1/14/2026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57E4EF-DCFE-435E-BE58-1F8796B1E076}" type="slidenum">
              <a:rPr lang="en-US" smtClean="0"/>
              <a:t>‹#›</a:t>
            </a:fld>
            <a:endParaRPr lang="en-US"/>
          </a:p>
        </p:txBody>
      </p:sp>
    </p:spTree>
    <p:extLst>
      <p:ext uri="{BB962C8B-B14F-4D97-AF65-F5344CB8AC3E}">
        <p14:creationId xmlns:p14="http://schemas.microsoft.com/office/powerpoint/2010/main" val="228918919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1/14/2026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57E4EF-DCFE-435E-BE58-1F8796B1E076}" type="slidenum">
              <a:rPr lang="en-US" smtClean="0"/>
              <a:t>‹#›</a:t>
            </a:fld>
            <a:endParaRPr lang="en-US"/>
          </a:p>
        </p:txBody>
      </p:sp>
    </p:spTree>
    <p:extLst>
      <p:ext uri="{BB962C8B-B14F-4D97-AF65-F5344CB8AC3E}">
        <p14:creationId xmlns:p14="http://schemas.microsoft.com/office/powerpoint/2010/main" val="103106379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1/14/2026</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57E4EF-DCFE-435E-BE58-1F8796B1E076}" type="slidenum">
              <a:rPr lang="en-US" smtClean="0"/>
              <a:t>‹#›</a:t>
            </a:fld>
            <a:endParaRPr lang="en-US"/>
          </a:p>
        </p:txBody>
      </p:sp>
    </p:spTree>
    <p:extLst>
      <p:ext uri="{BB962C8B-B14F-4D97-AF65-F5344CB8AC3E}">
        <p14:creationId xmlns:p14="http://schemas.microsoft.com/office/powerpoint/2010/main" val="187652589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1/14/2026</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57E4EF-DCFE-435E-BE58-1F8796B1E076}" type="slidenum">
              <a:rPr lang="en-US" smtClean="0"/>
              <a:t>‹#›</a:t>
            </a:fld>
            <a:endParaRPr lang="en-US"/>
          </a:p>
        </p:txBody>
      </p:sp>
    </p:spTree>
    <p:extLst>
      <p:ext uri="{BB962C8B-B14F-4D97-AF65-F5344CB8AC3E}">
        <p14:creationId xmlns:p14="http://schemas.microsoft.com/office/powerpoint/2010/main" val="1589018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hf hdr="0" ftr="0"/>
  <p:txStyles>
    <p:titleStyle>
      <a:lvl1pPr algn="l" defTabSz="914400" rtl="0" eaLnBrk="1" latinLnBrk="0" hangingPunct="1">
        <a:lnSpc>
          <a:spcPct val="90000"/>
        </a:lnSpc>
        <a:spcBef>
          <a:spcPct val="0"/>
        </a:spcBef>
        <a:buNone/>
        <a:defRPr sz="3600" b="1" kern="1200">
          <a:solidFill>
            <a:schemeClr val="tx1"/>
          </a:solidFill>
          <a:latin typeface="K2D"/>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Readex Pro"/>
          <a:ea typeface="+mn-ea"/>
          <a:cs typeface="+mn-cs"/>
        </a:defRPr>
      </a:lvl1pPr>
      <a:lvl2pPr marL="800100" indent="-342900" algn="l" defTabSz="914400" rtl="0" eaLnBrk="1" latinLnBrk="0" hangingPunct="1">
        <a:lnSpc>
          <a:spcPct val="90000"/>
        </a:lnSpc>
        <a:spcBef>
          <a:spcPts val="500"/>
        </a:spcBef>
        <a:buFontTx/>
        <a:buChar char="‒"/>
        <a:defRPr sz="2800" kern="1200">
          <a:solidFill>
            <a:schemeClr val="tx1"/>
          </a:solidFill>
          <a:latin typeface="Readex Pro"/>
          <a:ea typeface="+mn-ea"/>
          <a:cs typeface="Times New Roman" panose="02020603050405020304" pitchFamily="18" charset="0"/>
        </a:defRPr>
      </a:lvl2pPr>
      <a:lvl3pPr marL="1257300" indent="-342900" algn="l" defTabSz="914400" rtl="0" eaLnBrk="1" latinLnBrk="0" hangingPunct="1">
        <a:lnSpc>
          <a:spcPct val="90000"/>
        </a:lnSpc>
        <a:spcBef>
          <a:spcPts val="500"/>
        </a:spcBef>
        <a:buFontTx/>
        <a:buChar char="+"/>
        <a:defRPr sz="2400" kern="1200">
          <a:solidFill>
            <a:schemeClr val="tx1"/>
          </a:solidFill>
          <a:latin typeface="Readex Pro"/>
          <a:ea typeface="+mn-ea"/>
          <a:cs typeface="Times New Roman" panose="02020603050405020304" pitchFamily="18" charset="0"/>
        </a:defRPr>
      </a:lvl3pPr>
      <a:lvl4pPr marL="1657350" indent="-285750" algn="l" defTabSz="914400" rtl="0" eaLnBrk="1" latinLnBrk="0" hangingPunct="1">
        <a:lnSpc>
          <a:spcPct val="90000"/>
        </a:lnSpc>
        <a:spcBef>
          <a:spcPts val="500"/>
        </a:spcBef>
        <a:buFont typeface="Wingdings" panose="05000000000000000000" pitchFamily="2" charset="2"/>
        <a:buChar char="§"/>
        <a:defRPr sz="2200" kern="1200">
          <a:solidFill>
            <a:schemeClr val="tx1"/>
          </a:solidFill>
          <a:latin typeface="Readex Pro"/>
          <a:ea typeface="+mn-ea"/>
          <a:cs typeface="Times New Roman" panose="02020603050405020304" pitchFamily="18" charset="0"/>
        </a:defRPr>
      </a:lvl4pPr>
      <a:lvl5pPr marL="2114550" indent="-28575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Readex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1ECB0-AE93-D04A-058C-D3985AB1BDA5}"/>
              </a:ext>
            </a:extLst>
          </p:cNvPr>
          <p:cNvSpPr>
            <a:spLocks noGrp="1"/>
          </p:cNvSpPr>
          <p:nvPr>
            <p:ph type="ctrTitle"/>
          </p:nvPr>
        </p:nvSpPr>
        <p:spPr>
          <a:ln>
            <a:noFill/>
          </a:ln>
        </p:spPr>
        <p:txBody>
          <a:bodyPr/>
          <a:lstStyle/>
          <a:p>
            <a:r>
              <a:rPr lang="en-US"/>
              <a:t>BỐ CỤC MỘT BÀI THUYẾT TRÌNH</a:t>
            </a:r>
          </a:p>
        </p:txBody>
      </p:sp>
      <p:sp>
        <p:nvSpPr>
          <p:cNvPr id="3" name="Subtitle 2">
            <a:extLst>
              <a:ext uri="{FF2B5EF4-FFF2-40B4-BE49-F238E27FC236}">
                <a16:creationId xmlns:a16="http://schemas.microsoft.com/office/drawing/2014/main" id="{DD08CCF5-EF3F-293D-27AF-11BDF9EBC429}"/>
              </a:ext>
            </a:extLst>
          </p:cNvPr>
          <p:cNvSpPr>
            <a:spLocks noGrp="1"/>
          </p:cNvSpPr>
          <p:nvPr>
            <p:ph type="subTitle" idx="1"/>
          </p:nvPr>
        </p:nvSpPr>
        <p:spPr>
          <a:ln>
            <a:noFill/>
          </a:ln>
        </p:spPr>
        <p:txBody>
          <a:bodyPr/>
          <a:lstStyle/>
          <a:p>
            <a:r>
              <a:rPr lang="en-US" err="1"/>
              <a:t>ThS</a:t>
            </a:r>
            <a:r>
              <a:rPr lang="en-US"/>
              <a:t>. </a:t>
            </a:r>
            <a:r>
              <a:rPr lang="en-US" err="1"/>
              <a:t>Họ</a:t>
            </a:r>
            <a:r>
              <a:rPr lang="en-US"/>
              <a:t> </a:t>
            </a:r>
            <a:r>
              <a:rPr lang="en-US" err="1"/>
              <a:t>và</a:t>
            </a:r>
            <a:r>
              <a:rPr lang="en-US"/>
              <a:t> </a:t>
            </a:r>
            <a:r>
              <a:rPr lang="en-US" err="1"/>
              <a:t>Tên</a:t>
            </a:r>
            <a:endParaRPr lang="en-US"/>
          </a:p>
        </p:txBody>
      </p:sp>
      <p:sp>
        <p:nvSpPr>
          <p:cNvPr id="4" name="Text Placeholder 3">
            <a:extLst>
              <a:ext uri="{FF2B5EF4-FFF2-40B4-BE49-F238E27FC236}">
                <a16:creationId xmlns:a16="http://schemas.microsoft.com/office/drawing/2014/main" id="{D9FE3935-C1BC-7710-2720-DE9620D4C242}"/>
              </a:ext>
            </a:extLst>
          </p:cNvPr>
          <p:cNvSpPr>
            <a:spLocks noGrp="1"/>
          </p:cNvSpPr>
          <p:nvPr>
            <p:ph type="body" sz="quarter" idx="13"/>
          </p:nvPr>
        </p:nvSpPr>
        <p:spPr/>
        <p:txBody>
          <a:bodyPr/>
          <a:lstStyle/>
          <a:p>
            <a:r>
              <a:rPr lang="en-US" err="1"/>
              <a:t>Trích</a:t>
            </a:r>
            <a:r>
              <a:rPr lang="en-US"/>
              <a:t> </a:t>
            </a:r>
            <a:r>
              <a:rPr lang="en-US" err="1"/>
              <a:t>từ</a:t>
            </a:r>
            <a:r>
              <a:rPr lang="en-US"/>
              <a:t> </a:t>
            </a:r>
            <a:r>
              <a:rPr lang="en-US" err="1"/>
              <a:t>Tủ</a:t>
            </a:r>
            <a:r>
              <a:rPr lang="en-US"/>
              <a:t> </a:t>
            </a:r>
            <a:r>
              <a:rPr lang="en-US" err="1"/>
              <a:t>sách</a:t>
            </a:r>
            <a:r>
              <a:rPr lang="en-US"/>
              <a:t> Khoa </a:t>
            </a:r>
            <a:r>
              <a:rPr lang="en-US" err="1"/>
              <a:t>học</a:t>
            </a:r>
            <a:r>
              <a:rPr lang="en-US"/>
              <a:t> VLOS</a:t>
            </a:r>
          </a:p>
        </p:txBody>
      </p:sp>
    </p:spTree>
    <p:extLst>
      <p:ext uri="{BB962C8B-B14F-4D97-AF65-F5344CB8AC3E}">
        <p14:creationId xmlns:p14="http://schemas.microsoft.com/office/powerpoint/2010/main" val="422609109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500"/>
                                        <p:tgtEl>
                                          <p:spTgt spid="3">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err="1"/>
              <a:t>Giới</a:t>
            </a:r>
            <a:r>
              <a:rPr lang="en-US"/>
              <a:t> </a:t>
            </a:r>
            <a:r>
              <a:rPr lang="en-US" err="1"/>
              <a:t>thiệu</a:t>
            </a:r>
            <a:endParaRPr lang="en-US"/>
          </a:p>
        </p:txBody>
      </p:sp>
      <p:sp>
        <p:nvSpPr>
          <p:cNvPr id="5" name="Content Placeholder 4"/>
          <p:cNvSpPr>
            <a:spLocks noGrp="1"/>
          </p:cNvSpPr>
          <p:nvPr>
            <p:ph idx="1"/>
          </p:nvPr>
        </p:nvSpPr>
        <p:spPr/>
        <p:txBody>
          <a:bodyPr/>
          <a:lstStyle/>
          <a:p>
            <a:r>
              <a:rPr lang="en-US" err="1"/>
              <a:t>Phần</a:t>
            </a:r>
            <a:r>
              <a:rPr lang="en-US"/>
              <a:t> </a:t>
            </a:r>
            <a:r>
              <a:rPr lang="en-US" err="1"/>
              <a:t>mở</a:t>
            </a:r>
            <a:r>
              <a:rPr lang="en-US"/>
              <a:t> </a:t>
            </a:r>
            <a:r>
              <a:rPr lang="en-US" err="1"/>
              <a:t>đầu</a:t>
            </a:r>
            <a:endParaRPr lang="en-US"/>
          </a:p>
          <a:p>
            <a:pPr lvl="1"/>
            <a:r>
              <a:rPr lang="en-US" err="1"/>
              <a:t>Cần</a:t>
            </a:r>
            <a:r>
              <a:rPr lang="en-US"/>
              <a:t> </a:t>
            </a:r>
            <a:r>
              <a:rPr lang="en-US" err="1"/>
              <a:t>đạt</a:t>
            </a:r>
            <a:r>
              <a:rPr lang="en-US"/>
              <a:t> </a:t>
            </a:r>
            <a:r>
              <a:rPr lang="en-US" err="1"/>
              <a:t>mục</a:t>
            </a:r>
            <a:r>
              <a:rPr lang="en-US"/>
              <a:t> </a:t>
            </a:r>
            <a:r>
              <a:rPr lang="en-US" err="1"/>
              <a:t>đích</a:t>
            </a:r>
            <a:endParaRPr lang="en-US"/>
          </a:p>
          <a:p>
            <a:r>
              <a:rPr lang="en-US" err="1"/>
              <a:t>Phần</a:t>
            </a:r>
            <a:r>
              <a:rPr lang="en-US"/>
              <a:t> </a:t>
            </a:r>
            <a:r>
              <a:rPr lang="en-US" err="1"/>
              <a:t>chính</a:t>
            </a:r>
            <a:endParaRPr lang="en-US"/>
          </a:p>
          <a:p>
            <a:pPr lvl="1"/>
            <a:r>
              <a:rPr lang="en-US" err="1"/>
              <a:t>Đưa</a:t>
            </a:r>
            <a:r>
              <a:rPr lang="en-US"/>
              <a:t> </a:t>
            </a:r>
            <a:r>
              <a:rPr lang="en-US" err="1"/>
              <a:t>ra</a:t>
            </a:r>
            <a:r>
              <a:rPr lang="en-US"/>
              <a:t> </a:t>
            </a:r>
            <a:r>
              <a:rPr lang="en-US" err="1"/>
              <a:t>giải</a:t>
            </a:r>
            <a:r>
              <a:rPr lang="en-US"/>
              <a:t> </a:t>
            </a:r>
            <a:r>
              <a:rPr lang="en-US" err="1"/>
              <a:t>pháp</a:t>
            </a:r>
            <a:r>
              <a:rPr lang="en-US"/>
              <a:t>, ý </a:t>
            </a:r>
            <a:r>
              <a:rPr lang="en-US" err="1"/>
              <a:t>kiến</a:t>
            </a:r>
            <a:endParaRPr lang="en-US"/>
          </a:p>
          <a:p>
            <a:r>
              <a:rPr lang="en-US" err="1"/>
              <a:t>Phần</a:t>
            </a:r>
            <a:r>
              <a:rPr lang="en-US"/>
              <a:t> </a:t>
            </a:r>
            <a:r>
              <a:rPr lang="en-US" err="1"/>
              <a:t>kết</a:t>
            </a:r>
            <a:endParaRPr lang="en-US"/>
          </a:p>
          <a:p>
            <a:pPr lvl="1"/>
            <a:r>
              <a:rPr lang="en-US" err="1"/>
              <a:t>Tóm</a:t>
            </a:r>
            <a:r>
              <a:rPr lang="en-US"/>
              <a:t> </a:t>
            </a:r>
            <a:r>
              <a:rPr lang="en-US" err="1"/>
              <a:t>tắt</a:t>
            </a:r>
            <a:r>
              <a:rPr lang="en-US"/>
              <a:t> </a:t>
            </a:r>
            <a:r>
              <a:rPr lang="en-US" err="1"/>
              <a:t>các</a:t>
            </a:r>
            <a:r>
              <a:rPr lang="en-US"/>
              <a:t> </a:t>
            </a:r>
            <a:r>
              <a:rPr lang="en-US" err="1"/>
              <a:t>nội</a:t>
            </a:r>
            <a:r>
              <a:rPr lang="en-US"/>
              <a:t> dung </a:t>
            </a:r>
            <a:r>
              <a:rPr lang="en-US" err="1"/>
              <a:t>đã</a:t>
            </a:r>
            <a:r>
              <a:rPr lang="en-US"/>
              <a:t> </a:t>
            </a:r>
            <a:r>
              <a:rPr lang="en-US" err="1"/>
              <a:t>trình</a:t>
            </a:r>
            <a:r>
              <a:rPr lang="en-US"/>
              <a:t> </a:t>
            </a:r>
            <a:r>
              <a:rPr lang="en-US" err="1"/>
              <a:t>bày</a:t>
            </a:r>
            <a:endParaRPr lang="en-US"/>
          </a:p>
        </p:txBody>
      </p:sp>
      <p:sp>
        <p:nvSpPr>
          <p:cNvPr id="3" name="Slide Number Placeholder 2">
            <a:extLst>
              <a:ext uri="{FF2B5EF4-FFF2-40B4-BE49-F238E27FC236}">
                <a16:creationId xmlns:a16="http://schemas.microsoft.com/office/drawing/2014/main" id="{C857F81A-E458-1EB6-E627-11B65E6F602B}"/>
              </a:ext>
            </a:extLst>
          </p:cNvPr>
          <p:cNvSpPr>
            <a:spLocks noGrp="1"/>
          </p:cNvSpPr>
          <p:nvPr>
            <p:ph type="sldNum" sz="quarter" idx="12"/>
          </p:nvPr>
        </p:nvSpPr>
        <p:spPr/>
        <p:txBody>
          <a:bodyPr/>
          <a:lstStyle/>
          <a:p>
            <a:fld id="{8857E4EF-DCFE-435E-BE58-1F8796B1E076}" type="slidenum">
              <a:rPr lang="en-US" smtClean="0"/>
              <a:pPr/>
              <a:t>2</a:t>
            </a:fld>
            <a:endParaRPr lang="en-US">
              <a:highlight>
                <a:srgbClr val="00AFEF"/>
              </a:highlight>
            </a:endParaRPr>
          </a:p>
        </p:txBody>
      </p:sp>
    </p:spTree>
    <p:extLst>
      <p:ext uri="{BB962C8B-B14F-4D97-AF65-F5344CB8AC3E}">
        <p14:creationId xmlns:p14="http://schemas.microsoft.com/office/powerpoint/2010/main" val="139759314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C91F20-6240-E484-384E-31D0D1674CAF}"/>
              </a:ext>
            </a:extLst>
          </p:cNvPr>
          <p:cNvSpPr>
            <a:spLocks noGrp="1"/>
          </p:cNvSpPr>
          <p:nvPr>
            <p:ph idx="1"/>
          </p:nvPr>
        </p:nvSpPr>
        <p:spPr/>
        <p:txBody>
          <a:bodyPr/>
          <a:lstStyle/>
          <a:p>
            <a:r>
              <a:rPr lang="en-US"/>
              <a:t>Thu </a:t>
            </a:r>
            <a:r>
              <a:rPr lang="en-US" err="1"/>
              <a:t>hút</a:t>
            </a:r>
            <a:r>
              <a:rPr lang="en-US"/>
              <a:t> </a:t>
            </a:r>
            <a:r>
              <a:rPr lang="en-US" err="1"/>
              <a:t>sự</a:t>
            </a:r>
            <a:r>
              <a:rPr lang="en-US"/>
              <a:t> </a:t>
            </a:r>
            <a:r>
              <a:rPr lang="en-US" err="1"/>
              <a:t>chú</a:t>
            </a:r>
            <a:r>
              <a:rPr lang="en-US"/>
              <a:t> ý </a:t>
            </a:r>
            <a:r>
              <a:rPr lang="en-US" err="1"/>
              <a:t>của</a:t>
            </a:r>
            <a:r>
              <a:rPr lang="en-US"/>
              <a:t> </a:t>
            </a:r>
            <a:r>
              <a:rPr lang="en-US" err="1"/>
              <a:t>người</a:t>
            </a:r>
            <a:r>
              <a:rPr lang="en-US"/>
              <a:t> </a:t>
            </a:r>
            <a:r>
              <a:rPr lang="en-US" err="1"/>
              <a:t>nghe</a:t>
            </a:r>
            <a:endParaRPr lang="en-US"/>
          </a:p>
          <a:p>
            <a:pPr lvl="1"/>
            <a:r>
              <a:rPr lang="en-US" err="1">
                <a:hlinkClick r:id="rId2" action="ppaction://hlinksldjump"/>
              </a:rPr>
              <a:t>Sử</a:t>
            </a:r>
            <a:r>
              <a:rPr lang="en-US">
                <a:hlinkClick r:id="rId2" action="ppaction://hlinksldjump"/>
              </a:rPr>
              <a:t> </a:t>
            </a:r>
            <a:r>
              <a:rPr lang="en-US" err="1">
                <a:hlinkClick r:id="rId2" action="ppaction://hlinksldjump"/>
              </a:rPr>
              <a:t>dụng</a:t>
            </a:r>
            <a:r>
              <a:rPr lang="en-US">
                <a:hlinkClick r:id="rId2" action="ppaction://hlinksldjump"/>
              </a:rPr>
              <a:t> </a:t>
            </a:r>
            <a:r>
              <a:rPr lang="en-US" err="1">
                <a:hlinkClick r:id="rId2" action="ppaction://hlinksldjump"/>
              </a:rPr>
              <a:t>một</a:t>
            </a:r>
            <a:r>
              <a:rPr lang="en-US">
                <a:hlinkClick r:id="rId2" action="ppaction://hlinksldjump"/>
              </a:rPr>
              <a:t> </a:t>
            </a:r>
            <a:r>
              <a:rPr lang="en-US" err="1">
                <a:hlinkClick r:id="rId2" action="ppaction://hlinksldjump"/>
              </a:rPr>
              <a:t>đoạn</a:t>
            </a:r>
            <a:r>
              <a:rPr lang="en-US">
                <a:hlinkClick r:id="rId2" action="ppaction://hlinksldjump"/>
              </a:rPr>
              <a:t> </a:t>
            </a:r>
            <a:r>
              <a:rPr lang="en-US" err="1">
                <a:hlinkClick r:id="rId2" action="ppaction://hlinksldjump"/>
              </a:rPr>
              <a:t>trích</a:t>
            </a:r>
            <a:r>
              <a:rPr lang="en-US">
                <a:hlinkClick r:id="rId2" action="ppaction://hlinksldjump"/>
              </a:rPr>
              <a:t> </a:t>
            </a:r>
            <a:r>
              <a:rPr lang="en-US" err="1">
                <a:hlinkClick r:id="rId2" action="ppaction://hlinksldjump"/>
              </a:rPr>
              <a:t>dẫn</a:t>
            </a:r>
            <a:endParaRPr lang="en-US"/>
          </a:p>
          <a:p>
            <a:pPr lvl="1"/>
            <a:r>
              <a:rPr lang="en-US" err="1"/>
              <a:t>Một</a:t>
            </a:r>
            <a:r>
              <a:rPr lang="en-US"/>
              <a:t> </a:t>
            </a:r>
            <a:r>
              <a:rPr lang="en-US" err="1"/>
              <a:t>câu</a:t>
            </a:r>
            <a:r>
              <a:rPr lang="en-US"/>
              <a:t> </a:t>
            </a:r>
            <a:r>
              <a:rPr lang="en-US" err="1"/>
              <a:t>hỏi</a:t>
            </a:r>
            <a:endParaRPr lang="en-US"/>
          </a:p>
          <a:p>
            <a:pPr lvl="1"/>
            <a:r>
              <a:rPr lang="en-US" err="1"/>
              <a:t>Một</a:t>
            </a:r>
            <a:r>
              <a:rPr lang="en-US"/>
              <a:t> </a:t>
            </a:r>
            <a:r>
              <a:rPr lang="en-US" err="1"/>
              <a:t>lời</a:t>
            </a:r>
            <a:r>
              <a:rPr lang="en-US"/>
              <a:t> </a:t>
            </a:r>
            <a:r>
              <a:rPr lang="en-US" err="1"/>
              <a:t>hứa</a:t>
            </a:r>
            <a:endParaRPr lang="en-US"/>
          </a:p>
          <a:p>
            <a:pPr lvl="1"/>
            <a:r>
              <a:rPr lang="en-US" err="1"/>
              <a:t>Thậm</a:t>
            </a:r>
            <a:r>
              <a:rPr lang="en-US"/>
              <a:t> </a:t>
            </a:r>
            <a:r>
              <a:rPr lang="en-US" err="1"/>
              <a:t>chí</a:t>
            </a:r>
            <a:r>
              <a:rPr lang="en-US"/>
              <a:t> </a:t>
            </a:r>
            <a:r>
              <a:rPr lang="en-US" err="1"/>
              <a:t>làm</a:t>
            </a:r>
            <a:r>
              <a:rPr lang="en-US"/>
              <a:t> </a:t>
            </a:r>
            <a:r>
              <a:rPr lang="en-US" err="1"/>
              <a:t>mọi</a:t>
            </a:r>
            <a:r>
              <a:rPr lang="en-US"/>
              <a:t> </a:t>
            </a:r>
            <a:r>
              <a:rPr lang="en-US" err="1"/>
              <a:t>người</a:t>
            </a:r>
            <a:r>
              <a:rPr lang="en-US"/>
              <a:t> </a:t>
            </a:r>
            <a:r>
              <a:rPr lang="en-US" err="1"/>
              <a:t>phải</a:t>
            </a:r>
            <a:r>
              <a:rPr lang="en-US"/>
              <a:t> </a:t>
            </a:r>
            <a:r>
              <a:rPr lang="en-US" err="1"/>
              <a:t>hoạt</a:t>
            </a:r>
            <a:r>
              <a:rPr lang="en-US"/>
              <a:t> </a:t>
            </a:r>
            <a:r>
              <a:rPr lang="en-US" err="1"/>
              <a:t>động</a:t>
            </a:r>
            <a:endParaRPr lang="en-US"/>
          </a:p>
          <a:p>
            <a:r>
              <a:rPr lang="en-US" err="1"/>
              <a:t>Tóm</a:t>
            </a:r>
            <a:r>
              <a:rPr lang="en-US"/>
              <a:t> </a:t>
            </a:r>
            <a:r>
              <a:rPr lang="en-US" err="1"/>
              <a:t>lược</a:t>
            </a:r>
            <a:r>
              <a:rPr lang="en-US"/>
              <a:t> </a:t>
            </a:r>
            <a:r>
              <a:rPr lang="en-US" err="1"/>
              <a:t>các</a:t>
            </a:r>
            <a:r>
              <a:rPr lang="en-US"/>
              <a:t> </a:t>
            </a:r>
            <a:r>
              <a:rPr lang="en-US" err="1"/>
              <a:t>nội</a:t>
            </a:r>
            <a:r>
              <a:rPr lang="en-US"/>
              <a:t> dung </a:t>
            </a:r>
            <a:r>
              <a:rPr lang="en-US" err="1"/>
              <a:t>liên</a:t>
            </a:r>
            <a:r>
              <a:rPr lang="en-US"/>
              <a:t> </a:t>
            </a:r>
            <a:r>
              <a:rPr lang="en-US" err="1"/>
              <a:t>quan</a:t>
            </a:r>
            <a:endParaRPr lang="en-US"/>
          </a:p>
          <a:p>
            <a:pPr lvl="1"/>
            <a:r>
              <a:rPr lang="en-US" err="1"/>
              <a:t>Đã</a:t>
            </a:r>
            <a:r>
              <a:rPr lang="en-US"/>
              <a:t> </a:t>
            </a:r>
            <a:r>
              <a:rPr lang="en-US" err="1"/>
              <a:t>được</a:t>
            </a:r>
            <a:r>
              <a:rPr lang="en-US"/>
              <a:t> </a:t>
            </a:r>
            <a:r>
              <a:rPr lang="en-US" err="1"/>
              <a:t>trình</a:t>
            </a:r>
            <a:r>
              <a:rPr lang="en-US"/>
              <a:t> </a:t>
            </a:r>
            <a:r>
              <a:rPr lang="en-US" err="1"/>
              <a:t>bày</a:t>
            </a:r>
            <a:endParaRPr lang="en-US"/>
          </a:p>
          <a:p>
            <a:pPr lvl="1"/>
            <a:r>
              <a:rPr lang="en-US" err="1"/>
              <a:t>Được</a:t>
            </a:r>
            <a:r>
              <a:rPr lang="en-US"/>
              <a:t> </a:t>
            </a:r>
            <a:r>
              <a:rPr lang="en-US" err="1"/>
              <a:t>đa</a:t>
            </a:r>
            <a:r>
              <a:rPr lang="en-US"/>
              <a:t> </a:t>
            </a:r>
            <a:r>
              <a:rPr lang="en-US" err="1"/>
              <a:t>số</a:t>
            </a:r>
            <a:r>
              <a:rPr lang="en-US"/>
              <a:t> </a:t>
            </a:r>
            <a:r>
              <a:rPr lang="en-US" err="1"/>
              <a:t>người</a:t>
            </a:r>
            <a:r>
              <a:rPr lang="en-US"/>
              <a:t> </a:t>
            </a:r>
            <a:r>
              <a:rPr lang="en-US" err="1"/>
              <a:t>nghe</a:t>
            </a:r>
            <a:r>
              <a:rPr lang="en-US"/>
              <a:t> </a:t>
            </a:r>
            <a:r>
              <a:rPr lang="en-US" err="1"/>
              <a:t>biêt</a:t>
            </a:r>
            <a:r>
              <a:rPr lang="en-US"/>
              <a:t> </a:t>
            </a:r>
            <a:r>
              <a:rPr lang="en-US" err="1"/>
              <a:t>rõ</a:t>
            </a:r>
            <a:endParaRPr lang="en-US"/>
          </a:p>
        </p:txBody>
      </p:sp>
      <p:sp>
        <p:nvSpPr>
          <p:cNvPr id="3" name="Title 2">
            <a:extLst>
              <a:ext uri="{FF2B5EF4-FFF2-40B4-BE49-F238E27FC236}">
                <a16:creationId xmlns:a16="http://schemas.microsoft.com/office/drawing/2014/main" id="{D44784A8-A327-2063-0E17-2B2A7C6C0BE8}"/>
              </a:ext>
            </a:extLst>
          </p:cNvPr>
          <p:cNvSpPr>
            <a:spLocks noGrp="1"/>
          </p:cNvSpPr>
          <p:nvPr>
            <p:ph type="title"/>
          </p:nvPr>
        </p:nvSpPr>
        <p:spPr/>
        <p:txBody>
          <a:bodyPr/>
          <a:lstStyle/>
          <a:p>
            <a:r>
              <a:rPr lang="en-US" err="1"/>
              <a:t>Phần</a:t>
            </a:r>
            <a:r>
              <a:rPr lang="en-US"/>
              <a:t> </a:t>
            </a:r>
            <a:r>
              <a:rPr lang="en-US" err="1"/>
              <a:t>mở</a:t>
            </a:r>
            <a:r>
              <a:rPr lang="en-US"/>
              <a:t> </a:t>
            </a:r>
            <a:r>
              <a:rPr lang="en-US" err="1"/>
              <a:t>đầu</a:t>
            </a:r>
            <a:endParaRPr lang="en-US"/>
          </a:p>
        </p:txBody>
      </p:sp>
      <p:sp>
        <p:nvSpPr>
          <p:cNvPr id="5" name="Slide Number Placeholder 4">
            <a:extLst>
              <a:ext uri="{FF2B5EF4-FFF2-40B4-BE49-F238E27FC236}">
                <a16:creationId xmlns:a16="http://schemas.microsoft.com/office/drawing/2014/main" id="{FAD5CBB5-BA5D-CC63-DD6D-8854359E05D5}"/>
              </a:ext>
            </a:extLst>
          </p:cNvPr>
          <p:cNvSpPr>
            <a:spLocks noGrp="1"/>
          </p:cNvSpPr>
          <p:nvPr>
            <p:ph type="sldNum" sz="quarter" idx="12"/>
          </p:nvPr>
        </p:nvSpPr>
        <p:spPr/>
        <p:txBody>
          <a:bodyPr/>
          <a:lstStyle/>
          <a:p>
            <a:fld id="{8857E4EF-DCFE-435E-BE58-1F8796B1E076}" type="slidenum">
              <a:rPr lang="en-US" smtClean="0"/>
              <a:pPr/>
              <a:t>3</a:t>
            </a:fld>
            <a:endParaRPr lang="en-US">
              <a:highlight>
                <a:srgbClr val="00AFEF"/>
              </a:highlight>
            </a:endParaRPr>
          </a:p>
        </p:txBody>
      </p:sp>
    </p:spTree>
    <p:extLst>
      <p:ext uri="{BB962C8B-B14F-4D97-AF65-F5344CB8AC3E}">
        <p14:creationId xmlns:p14="http://schemas.microsoft.com/office/powerpoint/2010/main" val="206618563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A8090-DF6E-E477-695A-46F8F7D1434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73ACA7-D31B-8918-FFB0-CCA8BB2D385F}"/>
              </a:ext>
            </a:extLst>
          </p:cNvPr>
          <p:cNvSpPr>
            <a:spLocks noGrp="1"/>
          </p:cNvSpPr>
          <p:nvPr>
            <p:ph idx="1"/>
          </p:nvPr>
        </p:nvSpPr>
        <p:spPr/>
        <p:txBody>
          <a:bodyPr/>
          <a:lstStyle/>
          <a:p>
            <a:r>
              <a:rPr lang="en-US"/>
              <a:t>Phần chính với các nội dung</a:t>
            </a:r>
          </a:p>
          <a:p>
            <a:pPr lvl="1"/>
            <a:r>
              <a:rPr lang="en-US"/>
              <a:t>Vấn đề cần giải quyết, yêu cầu công việc</a:t>
            </a:r>
          </a:p>
          <a:p>
            <a:pPr lvl="1"/>
            <a:r>
              <a:rPr lang="en-US"/>
              <a:t>Ý tưởng và giải pháp</a:t>
            </a:r>
          </a:p>
          <a:p>
            <a:pPr lvl="1"/>
            <a:r>
              <a:rPr lang="en-US">
                <a:hlinkClick r:id="rId2" action="ppaction://hlinksldjump"/>
              </a:rPr>
              <a:t>Cung cấp ví dụ để chứng minh</a:t>
            </a:r>
            <a:endParaRPr lang="en-US"/>
          </a:p>
          <a:p>
            <a:pPr lvl="1"/>
            <a:r>
              <a:rPr lang="en-US"/>
              <a:t>Lợi ích khi áp dụng giải pháp</a:t>
            </a:r>
          </a:p>
          <a:p>
            <a:pPr lvl="1"/>
            <a:r>
              <a:rPr lang="en-US"/>
              <a:t>Chương trình hành động/các việc làm cụ thể</a:t>
            </a:r>
          </a:p>
        </p:txBody>
      </p:sp>
      <p:sp>
        <p:nvSpPr>
          <p:cNvPr id="3" name="Title 2">
            <a:extLst>
              <a:ext uri="{FF2B5EF4-FFF2-40B4-BE49-F238E27FC236}">
                <a16:creationId xmlns:a16="http://schemas.microsoft.com/office/drawing/2014/main" id="{51EB8D8C-C6C7-897B-7125-620148297392}"/>
              </a:ext>
            </a:extLst>
          </p:cNvPr>
          <p:cNvSpPr>
            <a:spLocks noGrp="1"/>
          </p:cNvSpPr>
          <p:nvPr>
            <p:ph type="title"/>
          </p:nvPr>
        </p:nvSpPr>
        <p:spPr/>
        <p:txBody>
          <a:bodyPr/>
          <a:lstStyle/>
          <a:p>
            <a:r>
              <a:rPr lang="en-US"/>
              <a:t>Phần chính</a:t>
            </a:r>
          </a:p>
        </p:txBody>
      </p:sp>
      <p:sp>
        <p:nvSpPr>
          <p:cNvPr id="5" name="Slide Number Placeholder 4">
            <a:extLst>
              <a:ext uri="{FF2B5EF4-FFF2-40B4-BE49-F238E27FC236}">
                <a16:creationId xmlns:a16="http://schemas.microsoft.com/office/drawing/2014/main" id="{86007484-66B6-9873-B1C2-0E1BCE4C1FAE}"/>
              </a:ext>
            </a:extLst>
          </p:cNvPr>
          <p:cNvSpPr>
            <a:spLocks noGrp="1"/>
          </p:cNvSpPr>
          <p:nvPr>
            <p:ph type="sldNum" sz="quarter" idx="12"/>
          </p:nvPr>
        </p:nvSpPr>
        <p:spPr/>
        <p:txBody>
          <a:bodyPr/>
          <a:lstStyle/>
          <a:p>
            <a:fld id="{8857E4EF-DCFE-435E-BE58-1F8796B1E076}" type="slidenum">
              <a:rPr lang="en-US" smtClean="0"/>
              <a:pPr/>
              <a:t>4</a:t>
            </a:fld>
            <a:endParaRPr lang="en-US">
              <a:highlight>
                <a:srgbClr val="00AFEF"/>
              </a:highlight>
            </a:endParaRPr>
          </a:p>
        </p:txBody>
      </p:sp>
    </p:spTree>
    <p:extLst>
      <p:ext uri="{BB962C8B-B14F-4D97-AF65-F5344CB8AC3E}">
        <p14:creationId xmlns:p14="http://schemas.microsoft.com/office/powerpoint/2010/main" val="247104046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EA13D-B840-3B4E-A42E-3038D100C4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3BBBBA-18DC-4A3B-DDF9-F2987FA0B917}"/>
              </a:ext>
            </a:extLst>
          </p:cNvPr>
          <p:cNvSpPr>
            <a:spLocks noGrp="1"/>
          </p:cNvSpPr>
          <p:nvPr>
            <p:ph idx="1"/>
          </p:nvPr>
        </p:nvSpPr>
        <p:spPr/>
        <p:txBody>
          <a:bodyPr/>
          <a:lstStyle/>
          <a:p>
            <a:r>
              <a:rPr lang="en-US"/>
              <a:t>Tóm tắt</a:t>
            </a:r>
          </a:p>
          <a:p>
            <a:r>
              <a:rPr lang="en-US"/>
              <a:t>Kết luận cuối cùng</a:t>
            </a:r>
          </a:p>
          <a:p>
            <a:pPr lvl="1"/>
            <a:r>
              <a:rPr lang="en-US"/>
              <a:t>Liệu còn điều gì bạn muốn người nghe ghi nhớ?</a:t>
            </a:r>
          </a:p>
        </p:txBody>
      </p:sp>
      <p:sp>
        <p:nvSpPr>
          <p:cNvPr id="3" name="Title 2">
            <a:extLst>
              <a:ext uri="{FF2B5EF4-FFF2-40B4-BE49-F238E27FC236}">
                <a16:creationId xmlns:a16="http://schemas.microsoft.com/office/drawing/2014/main" id="{4C0BD620-54E6-AE45-EACA-72074989A593}"/>
              </a:ext>
            </a:extLst>
          </p:cNvPr>
          <p:cNvSpPr>
            <a:spLocks noGrp="1"/>
          </p:cNvSpPr>
          <p:nvPr>
            <p:ph type="title"/>
          </p:nvPr>
        </p:nvSpPr>
        <p:spPr/>
        <p:txBody>
          <a:bodyPr/>
          <a:lstStyle/>
          <a:p>
            <a:r>
              <a:rPr lang="en-US"/>
              <a:t>Phần kết</a:t>
            </a:r>
          </a:p>
        </p:txBody>
      </p:sp>
      <p:sp>
        <p:nvSpPr>
          <p:cNvPr id="5" name="Slide Number Placeholder 4">
            <a:extLst>
              <a:ext uri="{FF2B5EF4-FFF2-40B4-BE49-F238E27FC236}">
                <a16:creationId xmlns:a16="http://schemas.microsoft.com/office/drawing/2014/main" id="{B1284582-0B71-EC4C-3398-D9BD48739DD6}"/>
              </a:ext>
            </a:extLst>
          </p:cNvPr>
          <p:cNvSpPr>
            <a:spLocks noGrp="1"/>
          </p:cNvSpPr>
          <p:nvPr>
            <p:ph type="sldNum" sz="quarter" idx="12"/>
          </p:nvPr>
        </p:nvSpPr>
        <p:spPr/>
        <p:txBody>
          <a:bodyPr/>
          <a:lstStyle/>
          <a:p>
            <a:fld id="{8857E4EF-DCFE-435E-BE58-1F8796B1E076}" type="slidenum">
              <a:rPr lang="en-US" smtClean="0"/>
              <a:pPr/>
              <a:t>5</a:t>
            </a:fld>
            <a:endParaRPr lang="en-US">
              <a:highlight>
                <a:srgbClr val="00AFEF"/>
              </a:highlight>
            </a:endParaRPr>
          </a:p>
        </p:txBody>
      </p:sp>
    </p:spTree>
    <p:extLst>
      <p:ext uri="{BB962C8B-B14F-4D97-AF65-F5344CB8AC3E}">
        <p14:creationId xmlns:p14="http://schemas.microsoft.com/office/powerpoint/2010/main" val="208293129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Cảm ơn sự chú ý của quý vị</a:t>
            </a:r>
          </a:p>
        </p:txBody>
      </p:sp>
      <p:sp>
        <p:nvSpPr>
          <p:cNvPr id="4" name="Date Placeholder 3">
            <a:extLst>
              <a:ext uri="{FF2B5EF4-FFF2-40B4-BE49-F238E27FC236}">
                <a16:creationId xmlns:a16="http://schemas.microsoft.com/office/drawing/2014/main" id="{6CFC35DF-C2E9-E909-CFCA-373CE8A9B3EA}"/>
              </a:ext>
            </a:extLst>
          </p:cNvPr>
          <p:cNvSpPr>
            <a:spLocks noGrp="1"/>
          </p:cNvSpPr>
          <p:nvPr>
            <p:ph type="dt" sz="half" idx="10"/>
          </p:nvPr>
        </p:nvSpPr>
        <p:spPr/>
        <p:txBody>
          <a:bodyPr/>
          <a:lstStyle/>
          <a:p>
            <a:r>
              <a:rPr lang="en-US"/>
              <a:t>1/14/2026</a:t>
            </a:r>
          </a:p>
        </p:txBody>
      </p:sp>
      <p:sp>
        <p:nvSpPr>
          <p:cNvPr id="6" name="Slide Number Placeholder 5">
            <a:extLst>
              <a:ext uri="{FF2B5EF4-FFF2-40B4-BE49-F238E27FC236}">
                <a16:creationId xmlns:a16="http://schemas.microsoft.com/office/drawing/2014/main" id="{B43C55DD-2163-9A20-D24B-F49016DE594A}"/>
              </a:ext>
            </a:extLst>
          </p:cNvPr>
          <p:cNvSpPr>
            <a:spLocks noGrp="1"/>
          </p:cNvSpPr>
          <p:nvPr>
            <p:ph type="sldNum" sz="quarter" idx="12"/>
          </p:nvPr>
        </p:nvSpPr>
        <p:spPr/>
        <p:txBody>
          <a:bodyPr/>
          <a:lstStyle/>
          <a:p>
            <a:fld id="{8857E4EF-DCFE-435E-BE58-1F8796B1E076}" type="slidenum">
              <a:rPr lang="en-US" smtClean="0"/>
              <a:pPr/>
              <a:t>6</a:t>
            </a:fld>
            <a:endParaRPr lang="en-US">
              <a:highlight>
                <a:srgbClr val="1F5CA9"/>
              </a:highlight>
            </a:endParaRPr>
          </a:p>
        </p:txBody>
      </p:sp>
    </p:spTree>
    <p:extLst>
      <p:ext uri="{BB962C8B-B14F-4D97-AF65-F5344CB8AC3E}">
        <p14:creationId xmlns:p14="http://schemas.microsoft.com/office/powerpoint/2010/main" val="267296914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DA3172-8B26-6634-4BDB-67482F382CCC}"/>
              </a:ext>
            </a:extLst>
          </p:cNvPr>
          <p:cNvSpPr>
            <a:spLocks noGrp="1"/>
          </p:cNvSpPr>
          <p:nvPr>
            <p:ph idx="1"/>
          </p:nvPr>
        </p:nvSpPr>
        <p:spPr>
          <a:xfrm>
            <a:off x="838199" y="1825625"/>
            <a:ext cx="11207263" cy="4351338"/>
          </a:xfrm>
        </p:spPr>
        <p:txBody>
          <a:bodyPr/>
          <a:lstStyle/>
          <a:p>
            <a:r>
              <a:rPr lang="en-US"/>
              <a:t>Ví dụ: Ta có thể phát biểu trích dẫn lợi ích khi học ngành công nghệ thông tin</a:t>
            </a:r>
          </a:p>
          <a:p>
            <a:pPr marL="0" indent="0">
              <a:buNone/>
            </a:pPr>
            <a:r>
              <a:rPr lang="en-US"/>
              <a:t>	“Hàng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p>
        </p:txBody>
      </p:sp>
      <p:sp>
        <p:nvSpPr>
          <p:cNvPr id="3" name="Title 2">
            <a:extLst>
              <a:ext uri="{FF2B5EF4-FFF2-40B4-BE49-F238E27FC236}">
                <a16:creationId xmlns:a16="http://schemas.microsoft.com/office/drawing/2014/main" id="{34615E54-B868-414F-13A3-8EE40713FFB0}"/>
              </a:ext>
            </a:extLst>
          </p:cNvPr>
          <p:cNvSpPr>
            <a:spLocks noGrp="1"/>
          </p:cNvSpPr>
          <p:nvPr>
            <p:ph type="title"/>
          </p:nvPr>
        </p:nvSpPr>
        <p:spPr/>
        <p:txBody>
          <a:bodyPr/>
          <a:lstStyle/>
          <a:p>
            <a:r>
              <a:rPr lang="en-US"/>
              <a:t>Ví dụ sử dụng một đoạn trích dẫn khi giới thiệu</a:t>
            </a:r>
          </a:p>
        </p:txBody>
      </p:sp>
      <p:sp>
        <p:nvSpPr>
          <p:cNvPr id="4" name="Slide Number Placeholder 3">
            <a:extLst>
              <a:ext uri="{FF2B5EF4-FFF2-40B4-BE49-F238E27FC236}">
                <a16:creationId xmlns:a16="http://schemas.microsoft.com/office/drawing/2014/main" id="{241263CF-ACA3-B173-B999-A2BE967FBB51}"/>
              </a:ext>
            </a:extLst>
          </p:cNvPr>
          <p:cNvSpPr>
            <a:spLocks noGrp="1"/>
          </p:cNvSpPr>
          <p:nvPr>
            <p:ph type="sldNum" sz="quarter" idx="12"/>
          </p:nvPr>
        </p:nvSpPr>
        <p:spPr/>
        <p:txBody>
          <a:bodyPr/>
          <a:lstStyle/>
          <a:p>
            <a:fld id="{8857E4EF-DCFE-435E-BE58-1F8796B1E076}" type="slidenum">
              <a:rPr lang="en-US" smtClean="0"/>
              <a:pPr/>
              <a:t>7</a:t>
            </a:fld>
            <a:endParaRPr lang="en-US">
              <a:highlight>
                <a:srgbClr val="00AFEF"/>
              </a:highlight>
            </a:endParaRPr>
          </a:p>
        </p:txBody>
      </p:sp>
      <p:sp>
        <p:nvSpPr>
          <p:cNvPr id="5" name="Action Button: Return 4">
            <a:hlinkClick r:id="" action="ppaction://hlinkshowjump?jump=lastslideviewed" highlightClick="1"/>
            <a:extLst>
              <a:ext uri="{FF2B5EF4-FFF2-40B4-BE49-F238E27FC236}">
                <a16:creationId xmlns:a16="http://schemas.microsoft.com/office/drawing/2014/main" id="{405EDA79-30E9-46DE-3C71-37C64966DFED}"/>
              </a:ext>
            </a:extLst>
          </p:cNvPr>
          <p:cNvSpPr/>
          <p:nvPr/>
        </p:nvSpPr>
        <p:spPr>
          <a:xfrm>
            <a:off x="10106526" y="497305"/>
            <a:ext cx="978569" cy="930442"/>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540198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0F74D5-8FD5-8672-3046-03D8D85C7099}"/>
              </a:ext>
            </a:extLst>
          </p:cNvPr>
          <p:cNvSpPr>
            <a:spLocks noGrp="1"/>
          </p:cNvSpPr>
          <p:nvPr>
            <p:ph idx="1"/>
          </p:nvPr>
        </p:nvSpPr>
        <p:spPr>
          <a:xfrm>
            <a:off x="838200" y="1825625"/>
            <a:ext cx="10515600" cy="642938"/>
          </a:xfrm>
        </p:spPr>
        <p:txBody>
          <a:bodyPr/>
          <a:lstStyle/>
          <a:p>
            <a:r>
              <a:rPr lang="en-US"/>
              <a:t>Bảng thống kê kết quả tuyển sinh 2020</a:t>
            </a:r>
          </a:p>
        </p:txBody>
      </p:sp>
      <p:sp>
        <p:nvSpPr>
          <p:cNvPr id="3" name="Title 2">
            <a:extLst>
              <a:ext uri="{FF2B5EF4-FFF2-40B4-BE49-F238E27FC236}">
                <a16:creationId xmlns:a16="http://schemas.microsoft.com/office/drawing/2014/main" id="{4CA4FB4D-0C6D-DF69-F212-74A409106F1E}"/>
              </a:ext>
            </a:extLst>
          </p:cNvPr>
          <p:cNvSpPr>
            <a:spLocks noGrp="1"/>
          </p:cNvSpPr>
          <p:nvPr>
            <p:ph type="title"/>
          </p:nvPr>
        </p:nvSpPr>
        <p:spPr/>
        <p:txBody>
          <a:bodyPr/>
          <a:lstStyle/>
          <a:p>
            <a:r>
              <a:rPr lang="en-US"/>
              <a:t>Ví dụ minh chứng một vấn đề</a:t>
            </a:r>
          </a:p>
        </p:txBody>
      </p:sp>
      <p:sp>
        <p:nvSpPr>
          <p:cNvPr id="4" name="Slide Number Placeholder 3">
            <a:extLst>
              <a:ext uri="{FF2B5EF4-FFF2-40B4-BE49-F238E27FC236}">
                <a16:creationId xmlns:a16="http://schemas.microsoft.com/office/drawing/2014/main" id="{4621DC21-94BA-A463-FEE5-2F7417720652}"/>
              </a:ext>
            </a:extLst>
          </p:cNvPr>
          <p:cNvSpPr>
            <a:spLocks noGrp="1"/>
          </p:cNvSpPr>
          <p:nvPr>
            <p:ph type="sldNum" sz="quarter" idx="12"/>
          </p:nvPr>
        </p:nvSpPr>
        <p:spPr/>
        <p:txBody>
          <a:bodyPr/>
          <a:lstStyle/>
          <a:p>
            <a:fld id="{8857E4EF-DCFE-435E-BE58-1F8796B1E076}" type="slidenum">
              <a:rPr lang="en-US" smtClean="0"/>
              <a:pPr/>
              <a:t>8</a:t>
            </a:fld>
            <a:endParaRPr lang="en-US">
              <a:highlight>
                <a:srgbClr val="00AFEF"/>
              </a:highlight>
            </a:endParaRPr>
          </a:p>
        </p:txBody>
      </p:sp>
      <p:graphicFrame>
        <p:nvGraphicFramePr>
          <p:cNvPr id="7" name="Table 6">
            <a:extLst>
              <a:ext uri="{FF2B5EF4-FFF2-40B4-BE49-F238E27FC236}">
                <a16:creationId xmlns:a16="http://schemas.microsoft.com/office/drawing/2014/main" id="{5D08876A-90E8-1942-5D36-DDB2E7A4D260}"/>
              </a:ext>
            </a:extLst>
          </p:cNvPr>
          <p:cNvGraphicFramePr>
            <a:graphicFrameLocks noGrp="1"/>
          </p:cNvGraphicFramePr>
          <p:nvPr>
            <p:extLst>
              <p:ext uri="{D42A27DB-BD31-4B8C-83A1-F6EECF244321}">
                <p14:modId xmlns:p14="http://schemas.microsoft.com/office/powerpoint/2010/main" val="4226878062"/>
              </p:ext>
            </p:extLst>
          </p:nvPr>
        </p:nvGraphicFramePr>
        <p:xfrm>
          <a:off x="1891323" y="2468562"/>
          <a:ext cx="8128000" cy="4014300"/>
        </p:xfrm>
        <a:graphic>
          <a:graphicData uri="http://schemas.openxmlformats.org/drawingml/2006/table">
            <a:tbl>
              <a:tblPr firstRow="1" bandRow="1">
                <a:tableStyleId>{2D5ABB26-0587-4C30-8999-92F81FD0307C}</a:tableStyleId>
              </a:tblPr>
              <a:tblGrid>
                <a:gridCol w="4333631">
                  <a:extLst>
                    <a:ext uri="{9D8B030D-6E8A-4147-A177-3AD203B41FA5}">
                      <a16:colId xmlns:a16="http://schemas.microsoft.com/office/drawing/2014/main" val="1763815935"/>
                    </a:ext>
                  </a:extLst>
                </a:gridCol>
                <a:gridCol w="3794369">
                  <a:extLst>
                    <a:ext uri="{9D8B030D-6E8A-4147-A177-3AD203B41FA5}">
                      <a16:colId xmlns:a16="http://schemas.microsoft.com/office/drawing/2014/main" val="3326453760"/>
                    </a:ext>
                  </a:extLst>
                </a:gridCol>
              </a:tblGrid>
              <a:tr h="383710">
                <a:tc>
                  <a:txBody>
                    <a:bodyPr/>
                    <a:lstStyle/>
                    <a:p>
                      <a:r>
                        <a:rPr lang="en-US" sz="2000" b="1">
                          <a:latin typeface="Readex Pro"/>
                        </a:rPr>
                        <a:t>Tên ngành/chuyên ngành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Số lượng tuyển sinh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7453321"/>
                  </a:ext>
                </a:extLst>
              </a:tr>
              <a:tr h="383710">
                <a:tc>
                  <a:txBody>
                    <a:bodyPr/>
                    <a:lstStyle/>
                    <a:p>
                      <a:r>
                        <a:rPr lang="en-US" sz="2000" b="1">
                          <a:latin typeface="Readex Pro"/>
                        </a:rPr>
                        <a:t>Công nghệ thông tin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272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219983"/>
                  </a:ext>
                </a:extLst>
              </a:tr>
              <a:tr h="383710">
                <a:tc>
                  <a:txBody>
                    <a:bodyPr/>
                    <a:lstStyle/>
                    <a:p>
                      <a:r>
                        <a:rPr lang="en-US" sz="2000" b="1">
                          <a:latin typeface="Readex Pro"/>
                        </a:rPr>
                        <a:t>Công nghệ thông tin – CLC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144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3066882"/>
                  </a:ext>
                </a:extLst>
              </a:tr>
              <a:tr h="383710">
                <a:tc>
                  <a:txBody>
                    <a:bodyPr/>
                    <a:lstStyle/>
                    <a:p>
                      <a:r>
                        <a:rPr lang="en-US" sz="2000" b="1">
                          <a:latin typeface="Readex Pro"/>
                        </a:rPr>
                        <a:t>Công nghệ thông tin - 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9443678"/>
                  </a:ext>
                </a:extLst>
              </a:tr>
              <a:tr h="448140">
                <a:tc>
                  <a:txBody>
                    <a:bodyPr/>
                    <a:lstStyle/>
                    <a:p>
                      <a:r>
                        <a:rPr lang="en-US" sz="2000" b="1">
                          <a:latin typeface="Readex Pro"/>
                        </a:rPr>
                        <a:t>Mạng máy tính và truyền thông dữ liệu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149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4826170"/>
                  </a:ext>
                </a:extLst>
              </a:tr>
              <a:tr h="383710">
                <a:tc>
                  <a:txBody>
                    <a:bodyPr/>
                    <a:lstStyle/>
                    <a:p>
                      <a:r>
                        <a:rPr lang="en-US" sz="2000" b="1">
                          <a:latin typeface="Readex Pro"/>
                        </a:rPr>
                        <a:t>Kỹ thuật phần mềm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266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5711865"/>
                  </a:ext>
                </a:extLst>
              </a:tr>
              <a:tr h="383710">
                <a:tc>
                  <a:txBody>
                    <a:bodyPr/>
                    <a:lstStyle/>
                    <a:p>
                      <a:r>
                        <a:rPr lang="en-US" sz="2000" b="1">
                          <a:latin typeface="Readex Pro"/>
                        </a:rPr>
                        <a:t>Hệ thống thông tin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135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551695"/>
                  </a:ext>
                </a:extLst>
              </a:tr>
              <a:tr h="383710">
                <a:tc>
                  <a:txBody>
                    <a:bodyPr/>
                    <a:lstStyle/>
                    <a:p>
                      <a:r>
                        <a:rPr lang="en-US" sz="2000" b="1">
                          <a:latin typeface="Readex Pro"/>
                        </a:rPr>
                        <a:t>Khoa học máy tính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178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7807385"/>
                  </a:ext>
                </a:extLst>
              </a:tr>
              <a:tr h="383710">
                <a:tc>
                  <a:txBody>
                    <a:bodyPr/>
                    <a:lstStyle/>
                    <a:p>
                      <a:r>
                        <a:rPr lang="en-US" sz="2000" b="1">
                          <a:latin typeface="Readex Pro"/>
                        </a:rPr>
                        <a:t>Tin học Ứng dụng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1485310"/>
                  </a:ext>
                </a:extLst>
              </a:tr>
              <a:tr h="383710">
                <a:tc>
                  <a:txBody>
                    <a:bodyPr/>
                    <a:lstStyle/>
                    <a:p>
                      <a:r>
                        <a:rPr lang="en-US" sz="2000" b="1">
                          <a:latin typeface="Readex Pro"/>
                        </a:rPr>
                        <a:t>Tổng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2000" b="1">
                          <a:latin typeface="Readex Pro"/>
                        </a:rPr>
                        <a:t>1251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6185686"/>
                  </a:ext>
                </a:extLst>
              </a:tr>
            </a:tbl>
          </a:graphicData>
        </a:graphic>
      </p:graphicFrame>
      <p:sp>
        <p:nvSpPr>
          <p:cNvPr id="8" name="Action Button: Return 7">
            <a:hlinkClick r:id="" action="ppaction://hlinkshowjump?jump=lastslideviewed" highlightClick="1"/>
            <a:extLst>
              <a:ext uri="{FF2B5EF4-FFF2-40B4-BE49-F238E27FC236}">
                <a16:creationId xmlns:a16="http://schemas.microsoft.com/office/drawing/2014/main" id="{4755C1FF-DC93-4B84-7C28-6E2967476482}"/>
              </a:ext>
            </a:extLst>
          </p:cNvPr>
          <p:cNvSpPr/>
          <p:nvPr/>
        </p:nvSpPr>
        <p:spPr>
          <a:xfrm>
            <a:off x="9015663" y="569495"/>
            <a:ext cx="1122948" cy="778042"/>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420897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TotalTime>
  <Words>373</Words>
  <Application>Microsoft Office PowerPoint</Application>
  <PresentationFormat>Widescreen</PresentationFormat>
  <Paragraphs>64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K2D</vt:lpstr>
      <vt:lpstr>Readex Pro</vt:lpstr>
      <vt:lpstr>Wingdings</vt:lpstr>
      <vt:lpstr>Office Theme</vt:lpstr>
      <vt:lpstr>BỐ CỤC MỘT BÀI THUYẾT TRÌNH</vt:lpstr>
      <vt:lpstr>Giới thiệu</vt:lpstr>
      <vt:lpstr>Phần mở đầu</vt:lpstr>
      <vt:lpstr>Phần chính</vt:lpstr>
      <vt:lpstr>Phần kết</vt:lpstr>
      <vt:lpstr>Cảm ơn sự chú ý của quý vị</vt:lpstr>
      <vt:lpstr>Ví dụ sử dụng một đoạn trích dẫn khi giới thiệu</vt:lpstr>
      <vt:lpstr>Ví dụ minh chứng một vấn đề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Hiếu Trần</cp:lastModifiedBy>
  <cp:revision>17</cp:revision>
  <dcterms:created xsi:type="dcterms:W3CDTF">2026-09-19T06:49:53Z</dcterms:created>
  <dcterms:modified xsi:type="dcterms:W3CDTF">2026-09-25T09:47:20Z</dcterms:modified>
</cp:coreProperties>
</file>